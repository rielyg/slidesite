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4" r:id="rId5"/>
    <p:sldId id="265" r:id="rId6"/>
    <p:sldId id="263" r:id="rId7"/>
    <p:sldId id="266" r:id="rId8"/>
    <p:sldId id="290" r:id="rId9"/>
    <p:sldId id="268" r:id="rId10"/>
    <p:sldId id="277" r:id="rId11"/>
    <p:sldId id="276" r:id="rId12"/>
    <p:sldId id="259" r:id="rId13"/>
    <p:sldId id="273" r:id="rId14"/>
    <p:sldId id="258" r:id="rId15"/>
    <p:sldId id="261" r:id="rId16"/>
    <p:sldId id="271" r:id="rId17"/>
    <p:sldId id="272" r:id="rId18"/>
    <p:sldId id="274" r:id="rId19"/>
    <p:sldId id="280" r:id="rId20"/>
    <p:sldId id="269" r:id="rId21"/>
    <p:sldId id="283" r:id="rId22"/>
    <p:sldId id="281" r:id="rId23"/>
    <p:sldId id="270" r:id="rId24"/>
    <p:sldId id="282" r:id="rId25"/>
    <p:sldId id="284" r:id="rId26"/>
    <p:sldId id="286" r:id="rId27"/>
    <p:sldId id="287" r:id="rId28"/>
    <p:sldId id="285" r:id="rId29"/>
    <p:sldId id="288" r:id="rId30"/>
    <p:sldId id="28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0" autoAdjust="0"/>
    <p:restoredTop sz="96132"/>
  </p:normalViewPr>
  <p:slideViewPr>
    <p:cSldViewPr snapToGrid="0">
      <p:cViewPr varScale="1">
        <p:scale>
          <a:sx n="121" d="100"/>
          <a:sy n="121" d="100"/>
        </p:scale>
        <p:origin x="4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ely, Gregory" userId="8e9f1504-5205-4fae-b223-1d04dd54ed12" providerId="ADAL" clId="{0B7596EB-CD9B-9143-9F2F-ABD83B9BC53D}"/>
    <pc:docChg chg="modSld">
      <pc:chgData name="Riely, Gregory" userId="8e9f1504-5205-4fae-b223-1d04dd54ed12" providerId="ADAL" clId="{0B7596EB-CD9B-9143-9F2F-ABD83B9BC53D}" dt="2025-01-25T14:53:52.916" v="44" actId="20577"/>
      <pc:docMkLst>
        <pc:docMk/>
      </pc:docMkLst>
      <pc:sldChg chg="modSp mod">
        <pc:chgData name="Riely, Gregory" userId="8e9f1504-5205-4fae-b223-1d04dd54ed12" providerId="ADAL" clId="{0B7596EB-CD9B-9143-9F2F-ABD83B9BC53D}" dt="2025-01-25T14:51:23.286" v="28" actId="20577"/>
        <pc:sldMkLst>
          <pc:docMk/>
          <pc:sldMk cId="1906065630" sldId="274"/>
        </pc:sldMkLst>
        <pc:spChg chg="mod">
          <ac:chgData name="Riely, Gregory" userId="8e9f1504-5205-4fae-b223-1d04dd54ed12" providerId="ADAL" clId="{0B7596EB-CD9B-9143-9F2F-ABD83B9BC53D}" dt="2025-01-25T14:51:23.286" v="28" actId="20577"/>
          <ac:spMkLst>
            <pc:docMk/>
            <pc:sldMk cId="1906065630" sldId="274"/>
            <ac:spMk id="3" creationId="{C694B560-7C0A-6D6E-8760-89D05B492F72}"/>
          </ac:spMkLst>
        </pc:spChg>
      </pc:sldChg>
      <pc:sldChg chg="modSp mod">
        <pc:chgData name="Riely, Gregory" userId="8e9f1504-5205-4fae-b223-1d04dd54ed12" providerId="ADAL" clId="{0B7596EB-CD9B-9143-9F2F-ABD83B9BC53D}" dt="2025-01-25T14:52:23.393" v="43" actId="20577"/>
        <pc:sldMkLst>
          <pc:docMk/>
          <pc:sldMk cId="3305542610" sldId="283"/>
        </pc:sldMkLst>
        <pc:spChg chg="mod">
          <ac:chgData name="Riely, Gregory" userId="8e9f1504-5205-4fae-b223-1d04dd54ed12" providerId="ADAL" clId="{0B7596EB-CD9B-9143-9F2F-ABD83B9BC53D}" dt="2025-01-25T14:52:23.393" v="43" actId="20577"/>
          <ac:spMkLst>
            <pc:docMk/>
            <pc:sldMk cId="3305542610" sldId="283"/>
            <ac:spMk id="5" creationId="{11B84666-0EAC-ED4A-C7EA-A52CFA3AD209}"/>
          </ac:spMkLst>
        </pc:spChg>
      </pc:sldChg>
      <pc:sldChg chg="modSp mod">
        <pc:chgData name="Riely, Gregory" userId="8e9f1504-5205-4fae-b223-1d04dd54ed12" providerId="ADAL" clId="{0B7596EB-CD9B-9143-9F2F-ABD83B9BC53D}" dt="2025-01-25T14:53:52.916" v="44" actId="20577"/>
        <pc:sldMkLst>
          <pc:docMk/>
          <pc:sldMk cId="4063372051" sldId="289"/>
        </pc:sldMkLst>
        <pc:spChg chg="mod">
          <ac:chgData name="Riely, Gregory" userId="8e9f1504-5205-4fae-b223-1d04dd54ed12" providerId="ADAL" clId="{0B7596EB-CD9B-9143-9F2F-ABD83B9BC53D}" dt="2025-01-25T14:53:52.916" v="44" actId="20577"/>
          <ac:spMkLst>
            <pc:docMk/>
            <pc:sldMk cId="4063372051" sldId="289"/>
            <ac:spMk id="3" creationId="{70BE03C2-95B4-9C04-DDC5-76438A43814A}"/>
          </ac:spMkLst>
        </pc:spChg>
      </pc:sldChg>
    </pc:docChg>
  </pc:docChgLst>
  <pc:docChgLst>
    <pc:chgData name="Riely, Gregory" userId="8e9f1504-5205-4fae-b223-1d04dd54ed12" providerId="ADAL" clId="{95F85B20-71FD-4B00-952E-F731EAA79873}"/>
    <pc:docChg chg="undo custSel addSld delSld modSld sldOrd">
      <pc:chgData name="Riely, Gregory" userId="8e9f1504-5205-4fae-b223-1d04dd54ed12" providerId="ADAL" clId="{95F85B20-71FD-4B00-952E-F731EAA79873}" dt="2025-01-22T16:39:23.379" v="4556" actId="20577"/>
      <pc:docMkLst>
        <pc:docMk/>
      </pc:docMkLst>
      <pc:sldChg chg="modSp mod">
        <pc:chgData name="Riely, Gregory" userId="8e9f1504-5205-4fae-b223-1d04dd54ed12" providerId="ADAL" clId="{95F85B20-71FD-4B00-952E-F731EAA79873}" dt="2025-01-22T16:35:45.341" v="4484" actId="114"/>
        <pc:sldMkLst>
          <pc:docMk/>
          <pc:sldMk cId="2364587786" sldId="257"/>
        </pc:sldMkLst>
        <pc:spChg chg="mod">
          <ac:chgData name="Riely, Gregory" userId="8e9f1504-5205-4fae-b223-1d04dd54ed12" providerId="ADAL" clId="{95F85B20-71FD-4B00-952E-F731EAA79873}" dt="2025-01-22T16:35:45.341" v="4484" actId="114"/>
          <ac:spMkLst>
            <pc:docMk/>
            <pc:sldMk cId="2364587786" sldId="257"/>
            <ac:spMk id="4" creationId="{FBE5039D-D94F-315A-00F1-44C2DE022832}"/>
          </ac:spMkLst>
        </pc:spChg>
      </pc:sldChg>
      <pc:sldChg chg="addSp delSp modSp mod">
        <pc:chgData name="Riely, Gregory" userId="8e9f1504-5205-4fae-b223-1d04dd54ed12" providerId="ADAL" clId="{95F85B20-71FD-4B00-952E-F731EAA79873}" dt="2025-01-13T22:34:47.737" v="1587" actId="1076"/>
        <pc:sldMkLst>
          <pc:docMk/>
          <pc:sldMk cId="2661522574" sldId="258"/>
        </pc:sldMkLst>
        <pc:spChg chg="del mod">
          <ac:chgData name="Riely, Gregory" userId="8e9f1504-5205-4fae-b223-1d04dd54ed12" providerId="ADAL" clId="{95F85B20-71FD-4B00-952E-F731EAA79873}" dt="2025-01-09T20:33:45.566" v="1349" actId="478"/>
          <ac:spMkLst>
            <pc:docMk/>
            <pc:sldMk cId="2661522574" sldId="258"/>
            <ac:spMk id="2" creationId="{2E40CB0E-4004-500F-2559-4765EEC8F31E}"/>
          </ac:spMkLst>
        </pc:spChg>
        <pc:spChg chg="add mod">
          <ac:chgData name="Riely, Gregory" userId="8e9f1504-5205-4fae-b223-1d04dd54ed12" providerId="ADAL" clId="{95F85B20-71FD-4B00-952E-F731EAA79873}" dt="2025-01-13T22:34:47.737" v="1587" actId="1076"/>
          <ac:spMkLst>
            <pc:docMk/>
            <pc:sldMk cId="2661522574" sldId="258"/>
            <ac:spMk id="10" creationId="{9BFC0A6A-62C5-A067-C872-53BAB9F1C0A8}"/>
          </ac:spMkLst>
        </pc:spChg>
        <pc:spChg chg="add mod">
          <ac:chgData name="Riely, Gregory" userId="8e9f1504-5205-4fae-b223-1d04dd54ed12" providerId="ADAL" clId="{95F85B20-71FD-4B00-952E-F731EAA79873}" dt="2025-01-13T22:34:47.737" v="1587" actId="1076"/>
          <ac:spMkLst>
            <pc:docMk/>
            <pc:sldMk cId="2661522574" sldId="258"/>
            <ac:spMk id="11" creationId="{E41B3798-80BD-6E1B-AC6B-FB8B567682A5}"/>
          </ac:spMkLst>
        </pc:spChg>
        <pc:picChg chg="mod">
          <ac:chgData name="Riely, Gregory" userId="8e9f1504-5205-4fae-b223-1d04dd54ed12" providerId="ADAL" clId="{95F85B20-71FD-4B00-952E-F731EAA79873}" dt="2025-01-13T22:34:47.737" v="1587" actId="1076"/>
          <ac:picMkLst>
            <pc:docMk/>
            <pc:sldMk cId="2661522574" sldId="258"/>
            <ac:picMk id="5" creationId="{B9ACCE2A-1583-291D-5CE6-B9FC3BEF2737}"/>
          </ac:picMkLst>
        </pc:picChg>
        <pc:picChg chg="add del mod">
          <ac:chgData name="Riely, Gregory" userId="8e9f1504-5205-4fae-b223-1d04dd54ed12" providerId="ADAL" clId="{95F85B20-71FD-4B00-952E-F731EAA79873}" dt="2025-01-13T22:34:42.293" v="1586" actId="478"/>
          <ac:picMkLst>
            <pc:docMk/>
            <pc:sldMk cId="2661522574" sldId="258"/>
            <ac:picMk id="7" creationId="{4505F0B5-A54E-38D3-CAB2-33DBD19B7024}"/>
          </ac:picMkLst>
        </pc:picChg>
        <pc:picChg chg="add mod">
          <ac:chgData name="Riely, Gregory" userId="8e9f1504-5205-4fae-b223-1d04dd54ed12" providerId="ADAL" clId="{95F85B20-71FD-4B00-952E-F731EAA79873}" dt="2025-01-13T22:34:47.737" v="1587" actId="1076"/>
          <ac:picMkLst>
            <pc:docMk/>
            <pc:sldMk cId="2661522574" sldId="258"/>
            <ac:picMk id="9" creationId="{541CD30E-8AFF-A7F8-1F17-8D9FEDD7AB59}"/>
          </ac:picMkLst>
        </pc:picChg>
      </pc:sldChg>
      <pc:sldChg chg="addSp delSp modSp mod ord modClrScheme chgLayout">
        <pc:chgData name="Riely, Gregory" userId="8e9f1504-5205-4fae-b223-1d04dd54ed12" providerId="ADAL" clId="{95F85B20-71FD-4B00-952E-F731EAA79873}" dt="2025-01-22T14:31:06.087" v="3915" actId="20577"/>
        <pc:sldMkLst>
          <pc:docMk/>
          <pc:sldMk cId="1137058582" sldId="259"/>
        </pc:sldMkLst>
        <pc:spChg chg="add mod ord">
          <ac:chgData name="Riely, Gregory" userId="8e9f1504-5205-4fae-b223-1d04dd54ed12" providerId="ADAL" clId="{95F85B20-71FD-4B00-952E-F731EAA79873}" dt="2025-01-22T14:31:06.087" v="3915" actId="20577"/>
          <ac:spMkLst>
            <pc:docMk/>
            <pc:sldMk cId="1137058582" sldId="259"/>
            <ac:spMk id="2" creationId="{23E5753E-1EA4-E1B4-505E-02BB6D28FFCC}"/>
          </ac:spMkLst>
        </pc:spChg>
        <pc:spChg chg="del mod">
          <ac:chgData name="Riely, Gregory" userId="8e9f1504-5205-4fae-b223-1d04dd54ed12" providerId="ADAL" clId="{95F85B20-71FD-4B00-952E-F731EAA79873}" dt="2025-01-13T22:37:34.145" v="1699" actId="478"/>
          <ac:spMkLst>
            <pc:docMk/>
            <pc:sldMk cId="1137058582" sldId="259"/>
            <ac:spMk id="2" creationId="{EB839289-9355-7102-646E-7F5713DE2732}"/>
          </ac:spMkLst>
        </pc:spChg>
        <pc:spChg chg="mod ord">
          <ac:chgData name="Riely, Gregory" userId="8e9f1504-5205-4fae-b223-1d04dd54ed12" providerId="ADAL" clId="{95F85B20-71FD-4B00-952E-F731EAA79873}" dt="2025-01-22T14:30:55.442" v="3894" actId="14100"/>
          <ac:spMkLst>
            <pc:docMk/>
            <pc:sldMk cId="1137058582" sldId="259"/>
            <ac:spMk id="3" creationId="{53DB5C48-5CA7-6E23-19CE-E8E33FCB94F5}"/>
          </ac:spMkLst>
        </pc:spChg>
        <pc:spChg chg="add mod">
          <ac:chgData name="Riely, Gregory" userId="8e9f1504-5205-4fae-b223-1d04dd54ed12" providerId="ADAL" clId="{95F85B20-71FD-4B00-952E-F731EAA79873}" dt="2025-01-16T22:08:51.667" v="3806" actId="404"/>
          <ac:spMkLst>
            <pc:docMk/>
            <pc:sldMk cId="1137058582" sldId="259"/>
            <ac:spMk id="6" creationId="{E1F9D590-19F7-84BE-9F16-59876EE40303}"/>
          </ac:spMkLst>
        </pc:spChg>
        <pc:spChg chg="add mod">
          <ac:chgData name="Riely, Gregory" userId="8e9f1504-5205-4fae-b223-1d04dd54ed12" providerId="ADAL" clId="{95F85B20-71FD-4B00-952E-F731EAA79873}" dt="2025-01-22T14:30:34.099" v="3890" actId="1036"/>
          <ac:spMkLst>
            <pc:docMk/>
            <pc:sldMk cId="1137058582" sldId="259"/>
            <ac:spMk id="10" creationId="{2DFF06BF-5825-7538-5330-F9BFE9BAC50A}"/>
          </ac:spMkLst>
        </pc:spChg>
        <pc:picChg chg="add mod">
          <ac:chgData name="Riely, Gregory" userId="8e9f1504-5205-4fae-b223-1d04dd54ed12" providerId="ADAL" clId="{95F85B20-71FD-4B00-952E-F731EAA79873}" dt="2025-01-22T14:30:26.120" v="3861" actId="14100"/>
          <ac:picMkLst>
            <pc:docMk/>
            <pc:sldMk cId="1137058582" sldId="259"/>
            <ac:picMk id="4" creationId="{A053FC79-96FB-66A0-1A16-E8571D8BBA6D}"/>
          </ac:picMkLst>
        </pc:picChg>
        <pc:picChg chg="add mod">
          <ac:chgData name="Riely, Gregory" userId="8e9f1504-5205-4fae-b223-1d04dd54ed12" providerId="ADAL" clId="{95F85B20-71FD-4B00-952E-F731EAA79873}" dt="2025-01-22T14:30:58.568" v="3895" actId="1076"/>
          <ac:picMkLst>
            <pc:docMk/>
            <pc:sldMk cId="1137058582" sldId="259"/>
            <ac:picMk id="5" creationId="{9A607D42-B35A-62E9-9BF1-E54043DBF185}"/>
          </ac:picMkLst>
        </pc:picChg>
        <pc:cxnChg chg="add mod">
          <ac:chgData name="Riely, Gregory" userId="8e9f1504-5205-4fae-b223-1d04dd54ed12" providerId="ADAL" clId="{95F85B20-71FD-4B00-952E-F731EAA79873}" dt="2025-01-22T14:30:34.099" v="3890" actId="1036"/>
          <ac:cxnSpMkLst>
            <pc:docMk/>
            <pc:sldMk cId="1137058582" sldId="259"/>
            <ac:cxnSpMk id="8" creationId="{4F64E892-BAF3-59B4-B893-56D50644746C}"/>
          </ac:cxnSpMkLst>
        </pc:cxnChg>
      </pc:sldChg>
      <pc:sldChg chg="addSp modSp del mod">
        <pc:chgData name="Riely, Gregory" userId="8e9f1504-5205-4fae-b223-1d04dd54ed12" providerId="ADAL" clId="{95F85B20-71FD-4B00-952E-F731EAA79873}" dt="2025-01-13T22:34:36.555" v="1585" actId="47"/>
        <pc:sldMkLst>
          <pc:docMk/>
          <pc:sldMk cId="1299911652" sldId="260"/>
        </pc:sldMkLst>
        <pc:spChg chg="mod">
          <ac:chgData name="Riely, Gregory" userId="8e9f1504-5205-4fae-b223-1d04dd54ed12" providerId="ADAL" clId="{95F85B20-71FD-4B00-952E-F731EAA79873}" dt="2025-01-09T19:59:41.486" v="910" actId="1076"/>
          <ac:spMkLst>
            <pc:docMk/>
            <pc:sldMk cId="1299911652" sldId="260"/>
            <ac:spMk id="4" creationId="{7D83D321-D4E5-5201-9DC1-48F12F527C4C}"/>
          </ac:spMkLst>
        </pc:spChg>
        <pc:picChg chg="add mod modCrop">
          <ac:chgData name="Riely, Gregory" userId="8e9f1504-5205-4fae-b223-1d04dd54ed12" providerId="ADAL" clId="{95F85B20-71FD-4B00-952E-F731EAA79873}" dt="2025-01-13T22:33:39.824" v="1575" actId="732"/>
          <ac:picMkLst>
            <pc:docMk/>
            <pc:sldMk cId="1299911652" sldId="260"/>
            <ac:picMk id="6" creationId="{8E696494-1F37-7B59-64C1-C0EC20B8EDAF}"/>
          </ac:picMkLst>
        </pc:picChg>
        <pc:picChg chg="mod">
          <ac:chgData name="Riely, Gregory" userId="8e9f1504-5205-4fae-b223-1d04dd54ed12" providerId="ADAL" clId="{95F85B20-71FD-4B00-952E-F731EAA79873}" dt="2025-01-09T19:59:47.485" v="912" actId="1076"/>
          <ac:picMkLst>
            <pc:docMk/>
            <pc:sldMk cId="1299911652" sldId="260"/>
            <ac:picMk id="3074" creationId="{C1052926-4EC8-FF26-3126-3AF31758B247}"/>
          </ac:picMkLst>
        </pc:picChg>
      </pc:sldChg>
      <pc:sldChg chg="addSp delSp modSp mod">
        <pc:chgData name="Riely, Gregory" userId="8e9f1504-5205-4fae-b223-1d04dd54ed12" providerId="ADAL" clId="{95F85B20-71FD-4B00-952E-F731EAA79873}" dt="2025-01-22T14:31:31.587" v="3916" actId="6549"/>
        <pc:sldMkLst>
          <pc:docMk/>
          <pc:sldMk cId="3890188522" sldId="261"/>
        </pc:sldMkLst>
        <pc:spChg chg="del">
          <ac:chgData name="Riely, Gregory" userId="8e9f1504-5205-4fae-b223-1d04dd54ed12" providerId="ADAL" clId="{95F85B20-71FD-4B00-952E-F731EAA79873}" dt="2025-01-09T19:30:48.620" v="0" actId="478"/>
          <ac:spMkLst>
            <pc:docMk/>
            <pc:sldMk cId="3890188522" sldId="261"/>
            <ac:spMk id="3" creationId="{54D3A792-78E2-CF29-51FB-993337C28AFF}"/>
          </ac:spMkLst>
        </pc:spChg>
        <pc:spChg chg="add mod">
          <ac:chgData name="Riely, Gregory" userId="8e9f1504-5205-4fae-b223-1d04dd54ed12" providerId="ADAL" clId="{95F85B20-71FD-4B00-952E-F731EAA79873}" dt="2025-01-22T14:31:31.587" v="3916" actId="6549"/>
          <ac:spMkLst>
            <pc:docMk/>
            <pc:sldMk cId="3890188522" sldId="261"/>
            <ac:spMk id="3" creationId="{5C25FA07-3C98-F43C-6190-B8FBE220E024}"/>
          </ac:spMkLst>
        </pc:spChg>
        <pc:picChg chg="add mod modCrop">
          <ac:chgData name="Riely, Gregory" userId="8e9f1504-5205-4fae-b223-1d04dd54ed12" providerId="ADAL" clId="{95F85B20-71FD-4B00-952E-F731EAA79873}" dt="2025-01-13T22:34:13.682" v="1581" actId="1076"/>
          <ac:picMkLst>
            <pc:docMk/>
            <pc:sldMk cId="3890188522" sldId="261"/>
            <ac:picMk id="4" creationId="{F188370F-1AC6-AB06-F83C-026A01C6EF77}"/>
          </ac:picMkLst>
        </pc:picChg>
        <pc:picChg chg="mod">
          <ac:chgData name="Riely, Gregory" userId="8e9f1504-5205-4fae-b223-1d04dd54ed12" providerId="ADAL" clId="{95F85B20-71FD-4B00-952E-F731EAA79873}" dt="2025-01-13T22:34:16.872" v="1582" actId="1076"/>
          <ac:picMkLst>
            <pc:docMk/>
            <pc:sldMk cId="3890188522" sldId="261"/>
            <ac:picMk id="5" creationId="{8C51FA6B-A48E-6DC5-2275-7A0C9FBE47A4}"/>
          </ac:picMkLst>
        </pc:picChg>
        <pc:picChg chg="add mod ord">
          <ac:chgData name="Riely, Gregory" userId="8e9f1504-5205-4fae-b223-1d04dd54ed12" providerId="ADAL" clId="{95F85B20-71FD-4B00-952E-F731EAA79873}" dt="2025-01-16T16:48:00.835" v="2227" actId="14100"/>
          <ac:picMkLst>
            <pc:docMk/>
            <pc:sldMk cId="3890188522" sldId="261"/>
            <ac:picMk id="7" creationId="{658F61AA-9BC4-4FD6-70FD-E633AC609E48}"/>
          </ac:picMkLst>
        </pc:picChg>
      </pc:sldChg>
      <pc:sldChg chg="modSp new mod">
        <pc:chgData name="Riely, Gregory" userId="8e9f1504-5205-4fae-b223-1d04dd54ed12" providerId="ADAL" clId="{95F85B20-71FD-4B00-952E-F731EAA79873}" dt="2025-01-22T14:39:16.053" v="4483" actId="20577"/>
        <pc:sldMkLst>
          <pc:docMk/>
          <pc:sldMk cId="3101853003" sldId="262"/>
        </pc:sldMkLst>
        <pc:spChg chg="mod">
          <ac:chgData name="Riely, Gregory" userId="8e9f1504-5205-4fae-b223-1d04dd54ed12" providerId="ADAL" clId="{95F85B20-71FD-4B00-952E-F731EAA79873}" dt="2025-01-22T14:39:16.053" v="4483" actId="20577"/>
          <ac:spMkLst>
            <pc:docMk/>
            <pc:sldMk cId="3101853003" sldId="262"/>
            <ac:spMk id="2" creationId="{342AEC63-6D2B-E89E-117A-5E4E8244FFE6}"/>
          </ac:spMkLst>
        </pc:spChg>
      </pc:sldChg>
      <pc:sldChg chg="addSp delSp modSp new mod modClrScheme chgLayout">
        <pc:chgData name="Riely, Gregory" userId="8e9f1504-5205-4fae-b223-1d04dd54ed12" providerId="ADAL" clId="{95F85B20-71FD-4B00-952E-F731EAA79873}" dt="2025-01-22T16:36:39.126" v="4498" actId="1035"/>
        <pc:sldMkLst>
          <pc:docMk/>
          <pc:sldMk cId="267223714" sldId="263"/>
        </pc:sldMkLst>
        <pc:spChg chg="del mod ord">
          <ac:chgData name="Riely, Gregory" userId="8e9f1504-5205-4fae-b223-1d04dd54ed12" providerId="ADAL" clId="{95F85B20-71FD-4B00-952E-F731EAA79873}" dt="2025-01-09T19:34:18.072" v="48" actId="700"/>
          <ac:spMkLst>
            <pc:docMk/>
            <pc:sldMk cId="267223714" sldId="263"/>
            <ac:spMk id="2" creationId="{F2B30AF2-2B28-9BFE-F6D9-E8D97135222C}"/>
          </ac:spMkLst>
        </pc:spChg>
        <pc:spChg chg="del mod ord">
          <ac:chgData name="Riely, Gregory" userId="8e9f1504-5205-4fae-b223-1d04dd54ed12" providerId="ADAL" clId="{95F85B20-71FD-4B00-952E-F731EAA79873}" dt="2025-01-09T19:34:18.072" v="48" actId="700"/>
          <ac:spMkLst>
            <pc:docMk/>
            <pc:sldMk cId="267223714" sldId="263"/>
            <ac:spMk id="3" creationId="{B36A1056-8CAF-3EFA-3A44-52A71331920A}"/>
          </ac:spMkLst>
        </pc:spChg>
        <pc:spChg chg="add del mod ord">
          <ac:chgData name="Riely, Gregory" userId="8e9f1504-5205-4fae-b223-1d04dd54ed12" providerId="ADAL" clId="{95F85B20-71FD-4B00-952E-F731EAA79873}" dt="2025-01-09T19:36:49.448" v="274" actId="478"/>
          <ac:spMkLst>
            <pc:docMk/>
            <pc:sldMk cId="267223714" sldId="263"/>
            <ac:spMk id="4" creationId="{C034ACB4-CEF8-D278-F846-9A69EF96A60D}"/>
          </ac:spMkLst>
        </pc:spChg>
        <pc:spChg chg="add mod ord">
          <ac:chgData name="Riely, Gregory" userId="8e9f1504-5205-4fae-b223-1d04dd54ed12" providerId="ADAL" clId="{95F85B20-71FD-4B00-952E-F731EAA79873}" dt="2025-01-09T19:52:21.050" v="773" actId="113"/>
          <ac:spMkLst>
            <pc:docMk/>
            <pc:sldMk cId="267223714" sldId="263"/>
            <ac:spMk id="5" creationId="{28E4E8BF-8B17-D2B7-12F5-A65F6BAF6741}"/>
          </ac:spMkLst>
        </pc:spChg>
        <pc:spChg chg="add del mod ord">
          <ac:chgData name="Riely, Gregory" userId="8e9f1504-5205-4fae-b223-1d04dd54ed12" providerId="ADAL" clId="{95F85B20-71FD-4B00-952E-F731EAA79873}" dt="2025-01-09T19:39:55.344" v="383" actId="478"/>
          <ac:spMkLst>
            <pc:docMk/>
            <pc:sldMk cId="267223714" sldId="263"/>
            <ac:spMk id="6" creationId="{BEBE8D5E-1DAF-6D20-89B4-E789B3D68BD3}"/>
          </ac:spMkLst>
        </pc:spChg>
        <pc:spChg chg="add del mod">
          <ac:chgData name="Riely, Gregory" userId="8e9f1504-5205-4fae-b223-1d04dd54ed12" providerId="ADAL" clId="{95F85B20-71FD-4B00-952E-F731EAA79873}" dt="2025-01-09T19:39:59.652" v="384" actId="478"/>
          <ac:spMkLst>
            <pc:docMk/>
            <pc:sldMk cId="267223714" sldId="263"/>
            <ac:spMk id="8" creationId="{CE24272F-D09B-5221-8FA2-B6EC1C846422}"/>
          </ac:spMkLst>
        </pc:spChg>
        <pc:spChg chg="add mod">
          <ac:chgData name="Riely, Gregory" userId="8e9f1504-5205-4fae-b223-1d04dd54ed12" providerId="ADAL" clId="{95F85B20-71FD-4B00-952E-F731EAA79873}" dt="2025-01-09T19:51:23.248" v="750" actId="1035"/>
          <ac:spMkLst>
            <pc:docMk/>
            <pc:sldMk cId="267223714" sldId="263"/>
            <ac:spMk id="9" creationId="{5C1A7181-922E-B98D-4BC8-9369ACA4AEB1}"/>
          </ac:spMkLst>
        </pc:spChg>
        <pc:spChg chg="add mod">
          <ac:chgData name="Riely, Gregory" userId="8e9f1504-5205-4fae-b223-1d04dd54ed12" providerId="ADAL" clId="{95F85B20-71FD-4B00-952E-F731EAA79873}" dt="2025-01-09T19:51:23.248" v="750" actId="1035"/>
          <ac:spMkLst>
            <pc:docMk/>
            <pc:sldMk cId="267223714" sldId="263"/>
            <ac:spMk id="10" creationId="{9B7F2014-AAA6-BDD4-BA19-803595ACF144}"/>
          </ac:spMkLst>
        </pc:spChg>
        <pc:spChg chg="add mod">
          <ac:chgData name="Riely, Gregory" userId="8e9f1504-5205-4fae-b223-1d04dd54ed12" providerId="ADAL" clId="{95F85B20-71FD-4B00-952E-F731EAA79873}" dt="2025-01-09T19:51:23.248" v="750" actId="1035"/>
          <ac:spMkLst>
            <pc:docMk/>
            <pc:sldMk cId="267223714" sldId="263"/>
            <ac:spMk id="11" creationId="{FEDD070A-D34B-FC13-5825-24AECBF12D0C}"/>
          </ac:spMkLst>
        </pc:spChg>
        <pc:spChg chg="add mod">
          <ac:chgData name="Riely, Gregory" userId="8e9f1504-5205-4fae-b223-1d04dd54ed12" providerId="ADAL" clId="{95F85B20-71FD-4B00-952E-F731EAA79873}" dt="2025-01-09T19:51:23.248" v="750" actId="1035"/>
          <ac:spMkLst>
            <pc:docMk/>
            <pc:sldMk cId="267223714" sldId="263"/>
            <ac:spMk id="12" creationId="{844B2205-A568-47AF-6D60-EF02438A5AF9}"/>
          </ac:spMkLst>
        </pc:spChg>
        <pc:spChg chg="add mod">
          <ac:chgData name="Riely, Gregory" userId="8e9f1504-5205-4fae-b223-1d04dd54ed12" providerId="ADAL" clId="{95F85B20-71FD-4B00-952E-F731EAA79873}" dt="2025-01-22T16:36:39.126" v="4498" actId="1035"/>
          <ac:spMkLst>
            <pc:docMk/>
            <pc:sldMk cId="267223714" sldId="263"/>
            <ac:spMk id="13" creationId="{9F1405EE-7D47-10A6-E428-EB170B4EF517}"/>
          </ac:spMkLst>
        </pc:spChg>
        <pc:spChg chg="add mod">
          <ac:chgData name="Riely, Gregory" userId="8e9f1504-5205-4fae-b223-1d04dd54ed12" providerId="ADAL" clId="{95F85B20-71FD-4B00-952E-F731EAA79873}" dt="2025-01-22T16:36:33.184" v="4495" actId="1035"/>
          <ac:spMkLst>
            <pc:docMk/>
            <pc:sldMk cId="267223714" sldId="263"/>
            <ac:spMk id="14" creationId="{8EFB4657-0D0A-BC9E-29E4-8FDE73E8E0D6}"/>
          </ac:spMkLst>
        </pc:spChg>
        <pc:spChg chg="add mod">
          <ac:chgData name="Riely, Gregory" userId="8e9f1504-5205-4fae-b223-1d04dd54ed12" providerId="ADAL" clId="{95F85B20-71FD-4B00-952E-F731EAA79873}" dt="2025-01-22T16:36:26.703" v="4493" actId="1035"/>
          <ac:spMkLst>
            <pc:docMk/>
            <pc:sldMk cId="267223714" sldId="263"/>
            <ac:spMk id="15" creationId="{B971B020-C696-4A7B-03FA-EBA50ABADE42}"/>
          </ac:spMkLst>
        </pc:spChg>
        <pc:spChg chg="add mod">
          <ac:chgData name="Riely, Gregory" userId="8e9f1504-5205-4fae-b223-1d04dd54ed12" providerId="ADAL" clId="{95F85B20-71FD-4B00-952E-F731EAA79873}" dt="2025-01-22T16:36:11.132" v="4489" actId="403"/>
          <ac:spMkLst>
            <pc:docMk/>
            <pc:sldMk cId="267223714" sldId="263"/>
            <ac:spMk id="16" creationId="{EE24C4B7-1E4A-E959-E548-2EA8BE6D3F3E}"/>
          </ac:spMkLst>
        </pc:spChg>
      </pc:sldChg>
      <pc:sldChg chg="addSp delSp modSp new mod modClrScheme chgLayout">
        <pc:chgData name="Riely, Gregory" userId="8e9f1504-5205-4fae-b223-1d04dd54ed12" providerId="ADAL" clId="{95F85B20-71FD-4B00-952E-F731EAA79873}" dt="2025-01-09T19:34:54.500" v="77" actId="1076"/>
        <pc:sldMkLst>
          <pc:docMk/>
          <pc:sldMk cId="2983961843" sldId="264"/>
        </pc:sldMkLst>
        <pc:spChg chg="del">
          <ac:chgData name="Riely, Gregory" userId="8e9f1504-5205-4fae-b223-1d04dd54ed12" providerId="ADAL" clId="{95F85B20-71FD-4B00-952E-F731EAA79873}" dt="2025-01-09T19:34:31.753" v="56" actId="700"/>
          <ac:spMkLst>
            <pc:docMk/>
            <pc:sldMk cId="2983961843" sldId="264"/>
            <ac:spMk id="2" creationId="{2BAB7F5F-C43E-1903-8053-6D2F127AA810}"/>
          </ac:spMkLst>
        </pc:spChg>
        <pc:spChg chg="del">
          <ac:chgData name="Riely, Gregory" userId="8e9f1504-5205-4fae-b223-1d04dd54ed12" providerId="ADAL" clId="{95F85B20-71FD-4B00-952E-F731EAA79873}" dt="2025-01-09T19:34:31.753" v="56" actId="700"/>
          <ac:spMkLst>
            <pc:docMk/>
            <pc:sldMk cId="2983961843" sldId="264"/>
            <ac:spMk id="3" creationId="{227BCE4B-2E9E-F114-9657-B3F002441114}"/>
          </ac:spMkLst>
        </pc:spChg>
        <pc:spChg chg="add mod">
          <ac:chgData name="Riely, Gregory" userId="8e9f1504-5205-4fae-b223-1d04dd54ed12" providerId="ADAL" clId="{95F85B20-71FD-4B00-952E-F731EAA79873}" dt="2025-01-09T19:34:54.500" v="77" actId="1076"/>
          <ac:spMkLst>
            <pc:docMk/>
            <pc:sldMk cId="2983961843" sldId="264"/>
            <ac:spMk id="4" creationId="{75870C54-1AD1-5C41-D747-3D3A436183D7}"/>
          </ac:spMkLst>
        </pc:spChg>
      </pc:sldChg>
      <pc:sldChg chg="modSp add mod">
        <pc:chgData name="Riely, Gregory" userId="8e9f1504-5205-4fae-b223-1d04dd54ed12" providerId="ADAL" clId="{95F85B20-71FD-4B00-952E-F731EAA79873}" dt="2025-01-13T21:08:58.232" v="1396" actId="113"/>
        <pc:sldMkLst>
          <pc:docMk/>
          <pc:sldMk cId="100296775" sldId="265"/>
        </pc:sldMkLst>
        <pc:spChg chg="mod">
          <ac:chgData name="Riely, Gregory" userId="8e9f1504-5205-4fae-b223-1d04dd54ed12" providerId="ADAL" clId="{95F85B20-71FD-4B00-952E-F731EAA79873}" dt="2025-01-13T21:08:58.232" v="1396" actId="113"/>
          <ac:spMkLst>
            <pc:docMk/>
            <pc:sldMk cId="100296775" sldId="265"/>
            <ac:spMk id="4" creationId="{75870C54-1AD1-5C41-D747-3D3A436183D7}"/>
          </ac:spMkLst>
        </pc:spChg>
      </pc:sldChg>
      <pc:sldChg chg="addSp delSp modSp add mod">
        <pc:chgData name="Riely, Gregory" userId="8e9f1504-5205-4fae-b223-1d04dd54ed12" providerId="ADAL" clId="{95F85B20-71FD-4B00-952E-F731EAA79873}" dt="2025-01-22T16:37:07.836" v="4504" actId="403"/>
        <pc:sldMkLst>
          <pc:docMk/>
          <pc:sldMk cId="3442602759" sldId="266"/>
        </pc:sldMkLst>
        <pc:spChg chg="add del mod">
          <ac:chgData name="Riely, Gregory" userId="8e9f1504-5205-4fae-b223-1d04dd54ed12" providerId="ADAL" clId="{95F85B20-71FD-4B00-952E-F731EAA79873}" dt="2025-01-09T19:43:11.405" v="485" actId="478"/>
          <ac:spMkLst>
            <pc:docMk/>
            <pc:sldMk cId="3442602759" sldId="266"/>
            <ac:spMk id="3" creationId="{1C748BE3-FD10-9A20-3F34-26E42E7D00EC}"/>
          </ac:spMkLst>
        </pc:spChg>
        <pc:spChg chg="add mod">
          <ac:chgData name="Riely, Gregory" userId="8e9f1504-5205-4fae-b223-1d04dd54ed12" providerId="ADAL" clId="{95F85B20-71FD-4B00-952E-F731EAA79873}" dt="2025-01-16T22:08:02.530" v="3775" actId="1036"/>
          <ac:spMkLst>
            <pc:docMk/>
            <pc:sldMk cId="3442602759" sldId="266"/>
            <ac:spMk id="4" creationId="{09F994A1-27D9-5A3E-4D24-F649AC502E48}"/>
          </ac:spMkLst>
        </pc:spChg>
        <pc:spChg chg="del">
          <ac:chgData name="Riely, Gregory" userId="8e9f1504-5205-4fae-b223-1d04dd54ed12" providerId="ADAL" clId="{95F85B20-71FD-4B00-952E-F731EAA79873}" dt="2025-01-09T19:43:08.498" v="484" actId="478"/>
          <ac:spMkLst>
            <pc:docMk/>
            <pc:sldMk cId="3442602759" sldId="266"/>
            <ac:spMk id="5" creationId="{28E4E8BF-8B17-D2B7-12F5-A65F6BAF6741}"/>
          </ac:spMkLst>
        </pc:spChg>
        <pc:spChg chg="mod">
          <ac:chgData name="Riely, Gregory" userId="8e9f1504-5205-4fae-b223-1d04dd54ed12" providerId="ADAL" clId="{95F85B20-71FD-4B00-952E-F731EAA79873}" dt="2025-01-09T19:52:14.584" v="772" actId="113"/>
          <ac:spMkLst>
            <pc:docMk/>
            <pc:sldMk cId="3442602759" sldId="266"/>
            <ac:spMk id="6" creationId="{BEBE8D5E-1DAF-6D20-89B4-E789B3D68BD3}"/>
          </ac:spMkLst>
        </pc:spChg>
        <pc:spChg chg="add mod">
          <ac:chgData name="Riely, Gregory" userId="8e9f1504-5205-4fae-b223-1d04dd54ed12" providerId="ADAL" clId="{95F85B20-71FD-4B00-952E-F731EAA79873}" dt="2025-01-22T16:36:52.869" v="4500" actId="403"/>
          <ac:spMkLst>
            <pc:docMk/>
            <pc:sldMk cId="3442602759" sldId="266"/>
            <ac:spMk id="7" creationId="{1237278F-ED3E-A83D-CD7C-E20F9EBD1F42}"/>
          </ac:spMkLst>
        </pc:spChg>
        <pc:spChg chg="add mod">
          <ac:chgData name="Riely, Gregory" userId="8e9f1504-5205-4fae-b223-1d04dd54ed12" providerId="ADAL" clId="{95F85B20-71FD-4B00-952E-F731EAA79873}" dt="2025-01-16T22:08:02.530" v="3775" actId="1036"/>
          <ac:spMkLst>
            <pc:docMk/>
            <pc:sldMk cId="3442602759" sldId="266"/>
            <ac:spMk id="8" creationId="{E063AAF1-4A2A-4973-72C8-69B2A162F3CB}"/>
          </ac:spMkLst>
        </pc:spChg>
        <pc:spChg chg="add mod">
          <ac:chgData name="Riely, Gregory" userId="8e9f1504-5205-4fae-b223-1d04dd54ed12" providerId="ADAL" clId="{95F85B20-71FD-4B00-952E-F731EAA79873}" dt="2025-01-22T16:36:57.327" v="4502" actId="113"/>
          <ac:spMkLst>
            <pc:docMk/>
            <pc:sldMk cId="3442602759" sldId="266"/>
            <ac:spMk id="9" creationId="{1795E58E-AD9C-5BCC-FBEF-904041D0D4AC}"/>
          </ac:spMkLst>
        </pc:spChg>
        <pc:spChg chg="add mod">
          <ac:chgData name="Riely, Gregory" userId="8e9f1504-5205-4fae-b223-1d04dd54ed12" providerId="ADAL" clId="{95F85B20-71FD-4B00-952E-F731EAA79873}" dt="2025-01-16T22:08:02.530" v="3775" actId="1036"/>
          <ac:spMkLst>
            <pc:docMk/>
            <pc:sldMk cId="3442602759" sldId="266"/>
            <ac:spMk id="10" creationId="{6DB86253-9BA9-3D1D-1339-2CB7D0814098}"/>
          </ac:spMkLst>
        </pc:spChg>
        <pc:spChg chg="add mod">
          <ac:chgData name="Riely, Gregory" userId="8e9f1504-5205-4fae-b223-1d04dd54ed12" providerId="ADAL" clId="{95F85B20-71FD-4B00-952E-F731EAA79873}" dt="2025-01-22T16:37:07.836" v="4504" actId="403"/>
          <ac:spMkLst>
            <pc:docMk/>
            <pc:sldMk cId="3442602759" sldId="266"/>
            <ac:spMk id="11" creationId="{EC7FDB3B-7F71-E80B-BE83-5F0FB05D71ED}"/>
          </ac:spMkLst>
        </pc:spChg>
      </pc:sldChg>
      <pc:sldChg chg="addSp modSp add del mod">
        <pc:chgData name="Riely, Gregory" userId="8e9f1504-5205-4fae-b223-1d04dd54ed12" providerId="ADAL" clId="{95F85B20-71FD-4B00-952E-F731EAA79873}" dt="2025-01-22T16:37:23.811" v="4507" actId="47"/>
        <pc:sldMkLst>
          <pc:docMk/>
          <pc:sldMk cId="2860634178" sldId="267"/>
        </pc:sldMkLst>
        <pc:spChg chg="add mod">
          <ac:chgData name="Riely, Gregory" userId="8e9f1504-5205-4fae-b223-1d04dd54ed12" providerId="ADAL" clId="{95F85B20-71FD-4B00-952E-F731EAA79873}" dt="2025-01-09T19:53:58.029" v="888" actId="208"/>
          <ac:spMkLst>
            <pc:docMk/>
            <pc:sldMk cId="2860634178" sldId="267"/>
            <ac:spMk id="2" creationId="{52738F55-674C-3AA9-6799-D52A78C5CD1D}"/>
          </ac:spMkLst>
        </pc:spChg>
        <pc:spChg chg="mod">
          <ac:chgData name="Riely, Gregory" userId="8e9f1504-5205-4fae-b223-1d04dd54ed12" providerId="ADAL" clId="{95F85B20-71FD-4B00-952E-F731EAA79873}" dt="2025-01-16T22:08:18.345" v="3801" actId="1036"/>
          <ac:spMkLst>
            <pc:docMk/>
            <pc:sldMk cId="2860634178" sldId="267"/>
            <ac:spMk id="4" creationId="{09F994A1-27D9-5A3E-4D24-F649AC502E48}"/>
          </ac:spMkLst>
        </pc:spChg>
        <pc:spChg chg="mod">
          <ac:chgData name="Riely, Gregory" userId="8e9f1504-5205-4fae-b223-1d04dd54ed12" providerId="ADAL" clId="{95F85B20-71FD-4B00-952E-F731EAA79873}" dt="2025-01-16T22:08:18.345" v="3801" actId="1036"/>
          <ac:spMkLst>
            <pc:docMk/>
            <pc:sldMk cId="2860634178" sldId="267"/>
            <ac:spMk id="7" creationId="{1237278F-ED3E-A83D-CD7C-E20F9EBD1F42}"/>
          </ac:spMkLst>
        </pc:spChg>
        <pc:spChg chg="mod">
          <ac:chgData name="Riely, Gregory" userId="8e9f1504-5205-4fae-b223-1d04dd54ed12" providerId="ADAL" clId="{95F85B20-71FD-4B00-952E-F731EAA79873}" dt="2025-01-16T22:08:18.345" v="3801" actId="1036"/>
          <ac:spMkLst>
            <pc:docMk/>
            <pc:sldMk cId="2860634178" sldId="267"/>
            <ac:spMk id="8" creationId="{E063AAF1-4A2A-4973-72C8-69B2A162F3CB}"/>
          </ac:spMkLst>
        </pc:spChg>
        <pc:spChg chg="mod">
          <ac:chgData name="Riely, Gregory" userId="8e9f1504-5205-4fae-b223-1d04dd54ed12" providerId="ADAL" clId="{95F85B20-71FD-4B00-952E-F731EAA79873}" dt="2025-01-16T22:08:18.345" v="3801" actId="1036"/>
          <ac:spMkLst>
            <pc:docMk/>
            <pc:sldMk cId="2860634178" sldId="267"/>
            <ac:spMk id="9" creationId="{1795E58E-AD9C-5BCC-FBEF-904041D0D4AC}"/>
          </ac:spMkLst>
        </pc:spChg>
        <pc:spChg chg="mod">
          <ac:chgData name="Riely, Gregory" userId="8e9f1504-5205-4fae-b223-1d04dd54ed12" providerId="ADAL" clId="{95F85B20-71FD-4B00-952E-F731EAA79873}" dt="2025-01-16T22:08:18.345" v="3801" actId="1036"/>
          <ac:spMkLst>
            <pc:docMk/>
            <pc:sldMk cId="2860634178" sldId="267"/>
            <ac:spMk id="10" creationId="{6DB86253-9BA9-3D1D-1339-2CB7D0814098}"/>
          </ac:spMkLst>
        </pc:spChg>
        <pc:spChg chg="mod">
          <ac:chgData name="Riely, Gregory" userId="8e9f1504-5205-4fae-b223-1d04dd54ed12" providerId="ADAL" clId="{95F85B20-71FD-4B00-952E-F731EAA79873}" dt="2025-01-16T22:08:18.345" v="3801" actId="1036"/>
          <ac:spMkLst>
            <pc:docMk/>
            <pc:sldMk cId="2860634178" sldId="267"/>
            <ac:spMk id="11" creationId="{EC7FDB3B-7F71-E80B-BE83-5F0FB05D71ED}"/>
          </ac:spMkLst>
        </pc:spChg>
      </pc:sldChg>
      <pc:sldChg chg="addSp delSp modSp new mod ord">
        <pc:chgData name="Riely, Gregory" userId="8e9f1504-5205-4fae-b223-1d04dd54ed12" providerId="ADAL" clId="{95F85B20-71FD-4B00-952E-F731EAA79873}" dt="2025-01-16T16:13:13.766" v="1705" actId="478"/>
        <pc:sldMkLst>
          <pc:docMk/>
          <pc:sldMk cId="1269196293" sldId="268"/>
        </pc:sldMkLst>
        <pc:spChg chg="mod ord">
          <ac:chgData name="Riely, Gregory" userId="8e9f1504-5205-4fae-b223-1d04dd54ed12" providerId="ADAL" clId="{95F85B20-71FD-4B00-952E-F731EAA79873}" dt="2025-01-09T20:14:06.207" v="992" actId="1076"/>
          <ac:spMkLst>
            <pc:docMk/>
            <pc:sldMk cId="1269196293" sldId="268"/>
            <ac:spMk id="2" creationId="{7DB31479-07F3-A1DC-D919-ABD4A7B3772F}"/>
          </ac:spMkLst>
        </pc:spChg>
        <pc:spChg chg="del">
          <ac:chgData name="Riely, Gregory" userId="8e9f1504-5205-4fae-b223-1d04dd54ed12" providerId="ADAL" clId="{95F85B20-71FD-4B00-952E-F731EAA79873}" dt="2025-01-09T20:10:47.045" v="947" actId="478"/>
          <ac:spMkLst>
            <pc:docMk/>
            <pc:sldMk cId="1269196293" sldId="268"/>
            <ac:spMk id="3" creationId="{4316A75C-4588-B407-E59F-EF68F137055B}"/>
          </ac:spMkLst>
        </pc:spChg>
        <pc:spChg chg="del">
          <ac:chgData name="Riely, Gregory" userId="8e9f1504-5205-4fae-b223-1d04dd54ed12" providerId="ADAL" clId="{95F85B20-71FD-4B00-952E-F731EAA79873}" dt="2025-01-09T20:10:48.642" v="948" actId="478"/>
          <ac:spMkLst>
            <pc:docMk/>
            <pc:sldMk cId="1269196293" sldId="268"/>
            <ac:spMk id="4" creationId="{AE13C87C-5381-77E5-298E-632D1F53DABA}"/>
          </ac:spMkLst>
        </pc:spChg>
        <pc:spChg chg="add mod">
          <ac:chgData name="Riely, Gregory" userId="8e9f1504-5205-4fae-b223-1d04dd54ed12" providerId="ADAL" clId="{95F85B20-71FD-4B00-952E-F731EAA79873}" dt="2025-01-09T20:14:41.563" v="1000" actId="164"/>
          <ac:spMkLst>
            <pc:docMk/>
            <pc:sldMk cId="1269196293" sldId="268"/>
            <ac:spMk id="7" creationId="{AEDEE3EB-5F5F-A846-F7E4-A5E853F239C0}"/>
          </ac:spMkLst>
        </pc:spChg>
        <pc:spChg chg="add del mod">
          <ac:chgData name="Riely, Gregory" userId="8e9f1504-5205-4fae-b223-1d04dd54ed12" providerId="ADAL" clId="{95F85B20-71FD-4B00-952E-F731EAA79873}" dt="2025-01-09T20:12:25.940" v="961" actId="478"/>
          <ac:spMkLst>
            <pc:docMk/>
            <pc:sldMk cId="1269196293" sldId="268"/>
            <ac:spMk id="8" creationId="{35005277-7334-63B0-BF7F-68799EC5A5B6}"/>
          </ac:spMkLst>
        </pc:spChg>
        <pc:spChg chg="add mod">
          <ac:chgData name="Riely, Gregory" userId="8e9f1504-5205-4fae-b223-1d04dd54ed12" providerId="ADAL" clId="{95F85B20-71FD-4B00-952E-F731EAA79873}" dt="2025-01-09T20:14:41.563" v="1000" actId="164"/>
          <ac:spMkLst>
            <pc:docMk/>
            <pc:sldMk cId="1269196293" sldId="268"/>
            <ac:spMk id="9" creationId="{BF546097-87D1-D0D5-14A0-4CF29C379823}"/>
          </ac:spMkLst>
        </pc:spChg>
        <pc:spChg chg="add mod">
          <ac:chgData name="Riely, Gregory" userId="8e9f1504-5205-4fae-b223-1d04dd54ed12" providerId="ADAL" clId="{95F85B20-71FD-4B00-952E-F731EAA79873}" dt="2025-01-09T20:14:41.563" v="1000" actId="164"/>
          <ac:spMkLst>
            <pc:docMk/>
            <pc:sldMk cId="1269196293" sldId="268"/>
            <ac:spMk id="10" creationId="{CB25D265-B96D-45D3-C652-5930384B4EA1}"/>
          </ac:spMkLst>
        </pc:spChg>
        <pc:spChg chg="add mod">
          <ac:chgData name="Riely, Gregory" userId="8e9f1504-5205-4fae-b223-1d04dd54ed12" providerId="ADAL" clId="{95F85B20-71FD-4B00-952E-F731EAA79873}" dt="2025-01-09T20:14:41.563" v="1000" actId="164"/>
          <ac:spMkLst>
            <pc:docMk/>
            <pc:sldMk cId="1269196293" sldId="268"/>
            <ac:spMk id="11" creationId="{1F465B04-AF9F-AE43-2F2C-38947B35A6B9}"/>
          </ac:spMkLst>
        </pc:spChg>
        <pc:spChg chg="add mod">
          <ac:chgData name="Riely, Gregory" userId="8e9f1504-5205-4fae-b223-1d04dd54ed12" providerId="ADAL" clId="{95F85B20-71FD-4B00-952E-F731EAA79873}" dt="2025-01-09T20:14:41.563" v="1000" actId="164"/>
          <ac:spMkLst>
            <pc:docMk/>
            <pc:sldMk cId="1269196293" sldId="268"/>
            <ac:spMk id="12" creationId="{8B1F134B-B7C2-E504-FDD1-7E2C4FBD8487}"/>
          </ac:spMkLst>
        </pc:spChg>
        <pc:spChg chg="add mod">
          <ac:chgData name="Riely, Gregory" userId="8e9f1504-5205-4fae-b223-1d04dd54ed12" providerId="ADAL" clId="{95F85B20-71FD-4B00-952E-F731EAA79873}" dt="2025-01-09T20:14:41.563" v="1000" actId="164"/>
          <ac:spMkLst>
            <pc:docMk/>
            <pc:sldMk cId="1269196293" sldId="268"/>
            <ac:spMk id="13" creationId="{7B0B1765-1B6F-5E4E-E3C8-E4F912D9C1F8}"/>
          </ac:spMkLst>
        </pc:spChg>
        <pc:spChg chg="add del mod">
          <ac:chgData name="Riely, Gregory" userId="8e9f1504-5205-4fae-b223-1d04dd54ed12" providerId="ADAL" clId="{95F85B20-71FD-4B00-952E-F731EAA79873}" dt="2025-01-16T16:13:12.158" v="1704" actId="478"/>
          <ac:spMkLst>
            <pc:docMk/>
            <pc:sldMk cId="1269196293" sldId="268"/>
            <ac:spMk id="15" creationId="{F4096616-DB2C-D89B-6593-26B2535BA1E4}"/>
          </ac:spMkLst>
        </pc:spChg>
        <pc:spChg chg="add mod">
          <ac:chgData name="Riely, Gregory" userId="8e9f1504-5205-4fae-b223-1d04dd54ed12" providerId="ADAL" clId="{95F85B20-71FD-4B00-952E-F731EAA79873}" dt="2025-01-09T20:20:38.581" v="1262" actId="164"/>
          <ac:spMkLst>
            <pc:docMk/>
            <pc:sldMk cId="1269196293" sldId="268"/>
            <ac:spMk id="16" creationId="{B70DA803-F9D8-99BA-154B-8A2D47938888}"/>
          </ac:spMkLst>
        </pc:spChg>
        <pc:spChg chg="add del mod">
          <ac:chgData name="Riely, Gregory" userId="8e9f1504-5205-4fae-b223-1d04dd54ed12" providerId="ADAL" clId="{95F85B20-71FD-4B00-952E-F731EAA79873}" dt="2025-01-16T16:13:13.766" v="1705" actId="478"/>
          <ac:spMkLst>
            <pc:docMk/>
            <pc:sldMk cId="1269196293" sldId="268"/>
            <ac:spMk id="18" creationId="{36DD89B9-740E-1BCE-1620-97C514C9064F}"/>
          </ac:spMkLst>
        </pc:spChg>
        <pc:grpChg chg="add mod">
          <ac:chgData name="Riely, Gregory" userId="8e9f1504-5205-4fae-b223-1d04dd54ed12" providerId="ADAL" clId="{95F85B20-71FD-4B00-952E-F731EAA79873}" dt="2025-01-09T20:20:38.581" v="1262" actId="164"/>
          <ac:grpSpMkLst>
            <pc:docMk/>
            <pc:sldMk cId="1269196293" sldId="268"/>
            <ac:grpSpMk id="14" creationId="{F2A25AB3-A2E0-E677-5E42-F4206C394E3D}"/>
          </ac:grpSpMkLst>
        </pc:grpChg>
        <pc:grpChg chg="add del mod">
          <ac:chgData name="Riely, Gregory" userId="8e9f1504-5205-4fae-b223-1d04dd54ed12" providerId="ADAL" clId="{95F85B20-71FD-4B00-952E-F731EAA79873}" dt="2025-01-16T16:13:10.763" v="1703" actId="478"/>
          <ac:grpSpMkLst>
            <pc:docMk/>
            <pc:sldMk cId="1269196293" sldId="268"/>
            <ac:grpSpMk id="17" creationId="{7DD0AF82-0CB7-F85B-CB4D-EA860943DE8D}"/>
          </ac:grpSpMkLst>
        </pc:grpChg>
        <pc:picChg chg="add mod modCrop">
          <ac:chgData name="Riely, Gregory" userId="8e9f1504-5205-4fae-b223-1d04dd54ed12" providerId="ADAL" clId="{95F85B20-71FD-4B00-952E-F731EAA79873}" dt="2025-01-09T20:14:41.563" v="1000" actId="164"/>
          <ac:picMkLst>
            <pc:docMk/>
            <pc:sldMk cId="1269196293" sldId="268"/>
            <ac:picMk id="6" creationId="{325E5ECD-1BC0-E3F0-BB17-AE97231E82D5}"/>
          </ac:picMkLst>
        </pc:picChg>
      </pc:sldChg>
      <pc:sldChg chg="addSp delSp modSp new mod ord">
        <pc:chgData name="Riely, Gregory" userId="8e9f1504-5205-4fae-b223-1d04dd54ed12" providerId="ADAL" clId="{95F85B20-71FD-4B00-952E-F731EAA79873}" dt="2025-01-22T16:38:21.333" v="4510"/>
        <pc:sldMkLst>
          <pc:docMk/>
          <pc:sldMk cId="1571727337" sldId="269"/>
        </pc:sldMkLst>
        <pc:spChg chg="del">
          <ac:chgData name="Riely, Gregory" userId="8e9f1504-5205-4fae-b223-1d04dd54ed12" providerId="ADAL" clId="{95F85B20-71FD-4B00-952E-F731EAA79873}" dt="2025-01-09T21:04:42.635" v="1384" actId="478"/>
          <ac:spMkLst>
            <pc:docMk/>
            <pc:sldMk cId="1571727337" sldId="269"/>
            <ac:spMk id="2" creationId="{6CA30855-D831-7737-EE75-886348B9B019}"/>
          </ac:spMkLst>
        </pc:spChg>
        <pc:spChg chg="del">
          <ac:chgData name="Riely, Gregory" userId="8e9f1504-5205-4fae-b223-1d04dd54ed12" providerId="ADAL" clId="{95F85B20-71FD-4B00-952E-F731EAA79873}" dt="2025-01-09T21:04:28.738" v="1382" actId="478"/>
          <ac:spMkLst>
            <pc:docMk/>
            <pc:sldMk cId="1571727337" sldId="269"/>
            <ac:spMk id="3" creationId="{FB7A2E17-A499-55A9-1B90-65FFD2D69FBC}"/>
          </ac:spMkLst>
        </pc:spChg>
        <pc:spChg chg="add mod">
          <ac:chgData name="Riely, Gregory" userId="8e9f1504-5205-4fae-b223-1d04dd54ed12" providerId="ADAL" clId="{95F85B20-71FD-4B00-952E-F731EAA79873}" dt="2025-01-16T20:20:59.133" v="2644" actId="207"/>
          <ac:spMkLst>
            <pc:docMk/>
            <pc:sldMk cId="1571727337" sldId="269"/>
            <ac:spMk id="9" creationId="{7479CC39-EE7A-61B0-B178-478FE2ACB174}"/>
          </ac:spMkLst>
        </pc:spChg>
        <pc:picChg chg="add mod">
          <ac:chgData name="Riely, Gregory" userId="8e9f1504-5205-4fae-b223-1d04dd54ed12" providerId="ADAL" clId="{95F85B20-71FD-4B00-952E-F731EAA79873}" dt="2025-01-09T21:04:48.667" v="1387" actId="1076"/>
          <ac:picMkLst>
            <pc:docMk/>
            <pc:sldMk cId="1571727337" sldId="269"/>
            <ac:picMk id="5" creationId="{B3A850B0-D2C6-8F8E-637C-0B0582415422}"/>
          </ac:picMkLst>
        </pc:picChg>
        <pc:picChg chg="add mod">
          <ac:chgData name="Riely, Gregory" userId="8e9f1504-5205-4fae-b223-1d04dd54ed12" providerId="ADAL" clId="{95F85B20-71FD-4B00-952E-F731EAA79873}" dt="2025-01-09T21:04:46.731" v="1386" actId="1076"/>
          <ac:picMkLst>
            <pc:docMk/>
            <pc:sldMk cId="1571727337" sldId="269"/>
            <ac:picMk id="7" creationId="{CCABDB93-8415-F658-08C0-B8E07BBA0B68}"/>
          </ac:picMkLst>
        </pc:picChg>
      </pc:sldChg>
      <pc:sldChg chg="addSp delSp modSp new mod">
        <pc:chgData name="Riely, Gregory" userId="8e9f1504-5205-4fae-b223-1d04dd54ed12" providerId="ADAL" clId="{95F85B20-71FD-4B00-952E-F731EAA79873}" dt="2025-01-22T16:38:42.100" v="4511" actId="732"/>
        <pc:sldMkLst>
          <pc:docMk/>
          <pc:sldMk cId="1913289752" sldId="270"/>
        </pc:sldMkLst>
        <pc:spChg chg="mod">
          <ac:chgData name="Riely, Gregory" userId="8e9f1504-5205-4fae-b223-1d04dd54ed12" providerId="ADAL" clId="{95F85B20-71FD-4B00-952E-F731EAA79873}" dt="2025-01-16T20:28:04.204" v="2710" actId="6549"/>
          <ac:spMkLst>
            <pc:docMk/>
            <pc:sldMk cId="1913289752" sldId="270"/>
            <ac:spMk id="2" creationId="{A36AFF21-6D14-C641-4346-ADE69F011965}"/>
          </ac:spMkLst>
        </pc:spChg>
        <pc:spChg chg="del">
          <ac:chgData name="Riely, Gregory" userId="8e9f1504-5205-4fae-b223-1d04dd54ed12" providerId="ADAL" clId="{95F85B20-71FD-4B00-952E-F731EAA79873}" dt="2025-01-13T21:34:51.308" v="1462" actId="478"/>
          <ac:spMkLst>
            <pc:docMk/>
            <pc:sldMk cId="1913289752" sldId="270"/>
            <ac:spMk id="3" creationId="{17E148D7-8D9E-3B50-DE25-720F738B1C64}"/>
          </ac:spMkLst>
        </pc:spChg>
        <pc:spChg chg="add mod">
          <ac:chgData name="Riely, Gregory" userId="8e9f1504-5205-4fae-b223-1d04dd54ed12" providerId="ADAL" clId="{95F85B20-71FD-4B00-952E-F731EAA79873}" dt="2025-01-13T21:35:49.133" v="1489" actId="1076"/>
          <ac:spMkLst>
            <pc:docMk/>
            <pc:sldMk cId="1913289752" sldId="270"/>
            <ac:spMk id="6" creationId="{6BC86344-B029-8FD9-D847-F4854D6E681E}"/>
          </ac:spMkLst>
        </pc:spChg>
        <pc:picChg chg="add mod modCrop">
          <ac:chgData name="Riely, Gregory" userId="8e9f1504-5205-4fae-b223-1d04dd54ed12" providerId="ADAL" clId="{95F85B20-71FD-4B00-952E-F731EAA79873}" dt="2025-01-22T16:38:42.100" v="4511" actId="732"/>
          <ac:picMkLst>
            <pc:docMk/>
            <pc:sldMk cId="1913289752" sldId="270"/>
            <ac:picMk id="4" creationId="{92B6278C-DD9D-C952-98AE-0708CEEF6F9E}"/>
          </ac:picMkLst>
        </pc:picChg>
        <pc:picChg chg="add del mod modCrop">
          <ac:chgData name="Riely, Gregory" userId="8e9f1504-5205-4fae-b223-1d04dd54ed12" providerId="ADAL" clId="{95F85B20-71FD-4B00-952E-F731EAA79873}" dt="2025-01-16T20:27:27.940" v="2704" actId="478"/>
          <ac:picMkLst>
            <pc:docMk/>
            <pc:sldMk cId="1913289752" sldId="270"/>
            <ac:picMk id="5" creationId="{CD9E8D80-5561-2D8E-4BDF-B556D637B403}"/>
          </ac:picMkLst>
        </pc:picChg>
      </pc:sldChg>
      <pc:sldChg chg="addSp delSp modSp new mod ord">
        <pc:chgData name="Riely, Gregory" userId="8e9f1504-5205-4fae-b223-1d04dd54ed12" providerId="ADAL" clId="{95F85B20-71FD-4B00-952E-F731EAA79873}" dt="2025-01-16T20:59:08.954" v="2999" actId="27636"/>
        <pc:sldMkLst>
          <pc:docMk/>
          <pc:sldMk cId="82218526" sldId="271"/>
        </pc:sldMkLst>
        <pc:spChg chg="mod">
          <ac:chgData name="Riely, Gregory" userId="8e9f1504-5205-4fae-b223-1d04dd54ed12" providerId="ADAL" clId="{95F85B20-71FD-4B00-952E-F731EAA79873}" dt="2025-01-16T20:59:08.954" v="2999" actId="27636"/>
          <ac:spMkLst>
            <pc:docMk/>
            <pc:sldMk cId="82218526" sldId="271"/>
            <ac:spMk id="2" creationId="{086ACD4C-7939-327C-D3B5-E3ECD2DAF6A9}"/>
          </ac:spMkLst>
        </pc:spChg>
        <pc:spChg chg="del">
          <ac:chgData name="Riely, Gregory" userId="8e9f1504-5205-4fae-b223-1d04dd54ed12" providerId="ADAL" clId="{95F85B20-71FD-4B00-952E-F731EAA79873}" dt="2025-01-13T21:17:24.466" v="1402" actId="478"/>
          <ac:spMkLst>
            <pc:docMk/>
            <pc:sldMk cId="82218526" sldId="271"/>
            <ac:spMk id="3" creationId="{52EE4113-29DF-5F8B-12CC-0B510420F316}"/>
          </ac:spMkLst>
        </pc:spChg>
        <pc:spChg chg="add del mod">
          <ac:chgData name="Riely, Gregory" userId="8e9f1504-5205-4fae-b223-1d04dd54ed12" providerId="ADAL" clId="{95F85B20-71FD-4B00-952E-F731EAA79873}" dt="2025-01-13T22:35:19.589" v="1601"/>
          <ac:spMkLst>
            <pc:docMk/>
            <pc:sldMk cId="82218526" sldId="271"/>
            <ac:spMk id="5" creationId="{F769E87D-1F2D-FF54-0F8B-BEF04B84A378}"/>
          </ac:spMkLst>
        </pc:spChg>
        <pc:spChg chg="add mod">
          <ac:chgData name="Riely, Gregory" userId="8e9f1504-5205-4fae-b223-1d04dd54ed12" providerId="ADAL" clId="{95F85B20-71FD-4B00-952E-F731EAA79873}" dt="2025-01-13T21:19:25.745" v="1434" actId="20577"/>
          <ac:spMkLst>
            <pc:docMk/>
            <pc:sldMk cId="82218526" sldId="271"/>
            <ac:spMk id="10" creationId="{B7C16E25-FB9B-0F9A-89EB-98499BC9BDC8}"/>
          </ac:spMkLst>
        </pc:spChg>
        <pc:picChg chg="add mod ord">
          <ac:chgData name="Riely, Gregory" userId="8e9f1504-5205-4fae-b223-1d04dd54ed12" providerId="ADAL" clId="{95F85B20-71FD-4B00-952E-F731EAA79873}" dt="2025-01-16T16:30:43.257" v="1871" actId="14100"/>
          <ac:picMkLst>
            <pc:docMk/>
            <pc:sldMk cId="82218526" sldId="271"/>
            <ac:picMk id="7" creationId="{499A8B01-3D78-6FDC-B9E2-2FF09C8E0F15}"/>
          </ac:picMkLst>
        </pc:picChg>
        <pc:picChg chg="add mod modCrop">
          <ac:chgData name="Riely, Gregory" userId="8e9f1504-5205-4fae-b223-1d04dd54ed12" providerId="ADAL" clId="{95F85B20-71FD-4B00-952E-F731EAA79873}" dt="2025-01-16T16:30:18.655" v="1870" actId="732"/>
          <ac:picMkLst>
            <pc:docMk/>
            <pc:sldMk cId="82218526" sldId="271"/>
            <ac:picMk id="9" creationId="{B4B5ED45-8EC3-EB73-EB9B-62F9279A89F6}"/>
          </ac:picMkLst>
        </pc:picChg>
      </pc:sldChg>
      <pc:sldChg chg="addSp delSp modSp new mod ord">
        <pc:chgData name="Riely, Gregory" userId="8e9f1504-5205-4fae-b223-1d04dd54ed12" providerId="ADAL" clId="{95F85B20-71FD-4B00-952E-F731EAA79873}" dt="2025-01-16T21:00:07.630" v="3001" actId="20577"/>
        <pc:sldMkLst>
          <pc:docMk/>
          <pc:sldMk cId="1629368724" sldId="272"/>
        </pc:sldMkLst>
        <pc:spChg chg="mod">
          <ac:chgData name="Riely, Gregory" userId="8e9f1504-5205-4fae-b223-1d04dd54ed12" providerId="ADAL" clId="{95F85B20-71FD-4B00-952E-F731EAA79873}" dt="2025-01-16T21:00:07.630" v="3001" actId="20577"/>
          <ac:spMkLst>
            <pc:docMk/>
            <pc:sldMk cId="1629368724" sldId="272"/>
            <ac:spMk id="2" creationId="{53F791B8-269E-800D-0D29-3336F05D3576}"/>
          </ac:spMkLst>
        </pc:spChg>
        <pc:spChg chg="del">
          <ac:chgData name="Riely, Gregory" userId="8e9f1504-5205-4fae-b223-1d04dd54ed12" providerId="ADAL" clId="{95F85B20-71FD-4B00-952E-F731EAA79873}" dt="2025-01-13T21:20:34.543" v="1436" actId="478"/>
          <ac:spMkLst>
            <pc:docMk/>
            <pc:sldMk cId="1629368724" sldId="272"/>
            <ac:spMk id="3" creationId="{A12436CF-B357-CF08-256A-EF70B839A68B}"/>
          </ac:spMkLst>
        </pc:spChg>
        <pc:spChg chg="add mod">
          <ac:chgData name="Riely, Gregory" userId="8e9f1504-5205-4fae-b223-1d04dd54ed12" providerId="ADAL" clId="{95F85B20-71FD-4B00-952E-F731EAA79873}" dt="2025-01-13T21:20:48.117" v="1461" actId="20577"/>
          <ac:spMkLst>
            <pc:docMk/>
            <pc:sldMk cId="1629368724" sldId="272"/>
            <ac:spMk id="6" creationId="{1C3058DF-DD11-F311-56CA-EF891F9D601A}"/>
          </ac:spMkLst>
        </pc:spChg>
        <pc:picChg chg="add mod modCrop">
          <ac:chgData name="Riely, Gregory" userId="8e9f1504-5205-4fae-b223-1d04dd54ed12" providerId="ADAL" clId="{95F85B20-71FD-4B00-952E-F731EAA79873}" dt="2025-01-13T22:37:18.226" v="1697" actId="14100"/>
          <ac:picMkLst>
            <pc:docMk/>
            <pc:sldMk cId="1629368724" sldId="272"/>
            <ac:picMk id="5" creationId="{1587E5BC-802A-EFB5-9604-F015C6F0C10D}"/>
          </ac:picMkLst>
        </pc:picChg>
      </pc:sldChg>
      <pc:sldChg chg="addSp delSp modSp add mod">
        <pc:chgData name="Riely, Gregory" userId="8e9f1504-5205-4fae-b223-1d04dd54ed12" providerId="ADAL" clId="{95F85B20-71FD-4B00-952E-F731EAA79873}" dt="2025-01-16T16:47:43.426" v="2225" actId="1076"/>
        <pc:sldMkLst>
          <pc:docMk/>
          <pc:sldMk cId="2978890029" sldId="273"/>
        </pc:sldMkLst>
        <pc:spChg chg="mod">
          <ac:chgData name="Riely, Gregory" userId="8e9f1504-5205-4fae-b223-1d04dd54ed12" providerId="ADAL" clId="{95F85B20-71FD-4B00-952E-F731EAA79873}" dt="2025-01-16T16:47:43.426" v="2225" actId="1076"/>
          <ac:spMkLst>
            <pc:docMk/>
            <pc:sldMk cId="2978890029" sldId="273"/>
            <ac:spMk id="2" creationId="{EB839289-9355-7102-646E-7F5713DE2732}"/>
          </ac:spMkLst>
        </pc:spChg>
        <pc:spChg chg="del">
          <ac:chgData name="Riely, Gregory" userId="8e9f1504-5205-4fae-b223-1d04dd54ed12" providerId="ADAL" clId="{95F85B20-71FD-4B00-952E-F731EAA79873}" dt="2025-01-13T22:29:53.594" v="1526" actId="478"/>
          <ac:spMkLst>
            <pc:docMk/>
            <pc:sldMk cId="2978890029" sldId="273"/>
            <ac:spMk id="3" creationId="{53DB5C48-5CA7-6E23-19CE-E8E33FCB94F5}"/>
          </ac:spMkLst>
        </pc:spChg>
        <pc:spChg chg="del">
          <ac:chgData name="Riely, Gregory" userId="8e9f1504-5205-4fae-b223-1d04dd54ed12" providerId="ADAL" clId="{95F85B20-71FD-4B00-952E-F731EAA79873}" dt="2025-01-13T22:32:11.300" v="1533" actId="478"/>
          <ac:spMkLst>
            <pc:docMk/>
            <pc:sldMk cId="2978890029" sldId="273"/>
            <ac:spMk id="6" creationId="{E1F9D590-19F7-84BE-9F16-59876EE40303}"/>
          </ac:spMkLst>
        </pc:spChg>
        <pc:spChg chg="add del mod">
          <ac:chgData name="Riely, Gregory" userId="8e9f1504-5205-4fae-b223-1d04dd54ed12" providerId="ADAL" clId="{95F85B20-71FD-4B00-952E-F731EAA79873}" dt="2025-01-13T22:30:29.079" v="1528" actId="478"/>
          <ac:spMkLst>
            <pc:docMk/>
            <pc:sldMk cId="2978890029" sldId="273"/>
            <ac:spMk id="7" creationId="{8E21BC76-7A8D-A5B5-3FC9-FB7E4962D9BD}"/>
          </ac:spMkLst>
        </pc:spChg>
        <pc:spChg chg="add mod">
          <ac:chgData name="Riely, Gregory" userId="8e9f1504-5205-4fae-b223-1d04dd54ed12" providerId="ADAL" clId="{95F85B20-71FD-4B00-952E-F731EAA79873}" dt="2025-01-16T16:46:46.732" v="2224" actId="6549"/>
          <ac:spMkLst>
            <pc:docMk/>
            <pc:sldMk cId="2978890029" sldId="273"/>
            <ac:spMk id="11" creationId="{E3A4E3A2-EA3A-FEF7-B562-BA69FCFD8EC6}"/>
          </ac:spMkLst>
        </pc:spChg>
        <pc:picChg chg="del">
          <ac:chgData name="Riely, Gregory" userId="8e9f1504-5205-4fae-b223-1d04dd54ed12" providerId="ADAL" clId="{95F85B20-71FD-4B00-952E-F731EAA79873}" dt="2025-01-13T22:29:51.632" v="1525" actId="478"/>
          <ac:picMkLst>
            <pc:docMk/>
            <pc:sldMk cId="2978890029" sldId="273"/>
            <ac:picMk id="5" creationId="{9A607D42-B35A-62E9-9BF1-E54043DBF185}"/>
          </ac:picMkLst>
        </pc:picChg>
        <pc:picChg chg="add del mod">
          <ac:chgData name="Riely, Gregory" userId="8e9f1504-5205-4fae-b223-1d04dd54ed12" providerId="ADAL" clId="{95F85B20-71FD-4B00-952E-F731EAA79873}" dt="2025-01-13T22:32:07.405" v="1532" actId="478"/>
          <ac:picMkLst>
            <pc:docMk/>
            <pc:sldMk cId="2978890029" sldId="273"/>
            <ac:picMk id="9" creationId="{31663C81-4973-A5C6-3EED-A5256BE42490}"/>
          </ac:picMkLst>
        </pc:picChg>
        <pc:picChg chg="add mod">
          <ac:chgData name="Riely, Gregory" userId="8e9f1504-5205-4fae-b223-1d04dd54ed12" providerId="ADAL" clId="{95F85B20-71FD-4B00-952E-F731EAA79873}" dt="2025-01-13T22:32:27.190" v="1536" actId="1076"/>
          <ac:picMkLst>
            <pc:docMk/>
            <pc:sldMk cId="2978890029" sldId="273"/>
            <ac:picMk id="10" creationId="{F9DD381B-5073-EA2F-B0CA-3041AB34000D}"/>
          </ac:picMkLst>
        </pc:picChg>
      </pc:sldChg>
      <pc:sldChg chg="modSp new mod">
        <pc:chgData name="Riely, Gregory" userId="8e9f1504-5205-4fae-b223-1d04dd54ed12" providerId="ADAL" clId="{95F85B20-71FD-4B00-952E-F731EAA79873}" dt="2025-01-22T14:32:02.633" v="3919" actId="114"/>
        <pc:sldMkLst>
          <pc:docMk/>
          <pc:sldMk cId="1906065630" sldId="274"/>
        </pc:sldMkLst>
        <pc:spChg chg="mod">
          <ac:chgData name="Riely, Gregory" userId="8e9f1504-5205-4fae-b223-1d04dd54ed12" providerId="ADAL" clId="{95F85B20-71FD-4B00-952E-F731EAA79873}" dt="2025-01-16T16:29:28.876" v="1771" actId="20577"/>
          <ac:spMkLst>
            <pc:docMk/>
            <pc:sldMk cId="1906065630" sldId="274"/>
            <ac:spMk id="2" creationId="{C6A37E73-A1D9-0359-9448-8521DEE9F6AD}"/>
          </ac:spMkLst>
        </pc:spChg>
        <pc:spChg chg="mod">
          <ac:chgData name="Riely, Gregory" userId="8e9f1504-5205-4fae-b223-1d04dd54ed12" providerId="ADAL" clId="{95F85B20-71FD-4B00-952E-F731EAA79873}" dt="2025-01-22T14:32:02.633" v="3919" actId="114"/>
          <ac:spMkLst>
            <pc:docMk/>
            <pc:sldMk cId="1906065630" sldId="274"/>
            <ac:spMk id="3" creationId="{C694B560-7C0A-6D6E-8760-89D05B492F72}"/>
          </ac:spMkLst>
        </pc:spChg>
      </pc:sldChg>
      <pc:sldChg chg="new del">
        <pc:chgData name="Riely, Gregory" userId="8e9f1504-5205-4fae-b223-1d04dd54ed12" providerId="ADAL" clId="{95F85B20-71FD-4B00-952E-F731EAA79873}" dt="2025-01-16T16:14:38.917" v="1732" actId="47"/>
        <pc:sldMkLst>
          <pc:docMk/>
          <pc:sldMk cId="3071362710" sldId="275"/>
        </pc:sldMkLst>
      </pc:sldChg>
      <pc:sldChg chg="add">
        <pc:chgData name="Riely, Gregory" userId="8e9f1504-5205-4fae-b223-1d04dd54ed12" providerId="ADAL" clId="{95F85B20-71FD-4B00-952E-F731EAA79873}" dt="2025-01-16T16:13:04.454" v="1702" actId="2890"/>
        <pc:sldMkLst>
          <pc:docMk/>
          <pc:sldMk cId="3086111168" sldId="276"/>
        </pc:sldMkLst>
      </pc:sldChg>
      <pc:sldChg chg="addSp modSp add mod">
        <pc:chgData name="Riely, Gregory" userId="8e9f1504-5205-4fae-b223-1d04dd54ed12" providerId="ADAL" clId="{95F85B20-71FD-4B00-952E-F731EAA79873}" dt="2025-01-22T14:29:38.709" v="3856" actId="114"/>
        <pc:sldMkLst>
          <pc:docMk/>
          <pc:sldMk cId="2800632547" sldId="277"/>
        </pc:sldMkLst>
        <pc:spChg chg="add mod">
          <ac:chgData name="Riely, Gregory" userId="8e9f1504-5205-4fae-b223-1d04dd54ed12" providerId="ADAL" clId="{95F85B20-71FD-4B00-952E-F731EAA79873}" dt="2025-01-22T14:29:38.709" v="3856" actId="114"/>
          <ac:spMkLst>
            <pc:docMk/>
            <pc:sldMk cId="2800632547" sldId="277"/>
            <ac:spMk id="3" creationId="{5496BD51-16DB-DF28-F673-ED8FDB49DA02}"/>
          </ac:spMkLst>
        </pc:spChg>
        <pc:picChg chg="add mod">
          <ac:chgData name="Riely, Gregory" userId="8e9f1504-5205-4fae-b223-1d04dd54ed12" providerId="ADAL" clId="{95F85B20-71FD-4B00-952E-F731EAA79873}" dt="2025-01-16T16:14:20.002" v="1731" actId="1076"/>
          <ac:picMkLst>
            <pc:docMk/>
            <pc:sldMk cId="2800632547" sldId="277"/>
            <ac:picMk id="1026" creationId="{A8A06A47-5F0A-FA05-287F-8D696332EC31}"/>
          </ac:picMkLst>
        </pc:picChg>
      </pc:sldChg>
      <pc:sldChg chg="new add del">
        <pc:chgData name="Riely, Gregory" userId="8e9f1504-5205-4fae-b223-1d04dd54ed12" providerId="ADAL" clId="{95F85B20-71FD-4B00-952E-F731EAA79873}" dt="2025-01-16T20:28:29.166" v="2716" actId="47"/>
        <pc:sldMkLst>
          <pc:docMk/>
          <pc:sldMk cId="3853119272" sldId="278"/>
        </pc:sldMkLst>
      </pc:sldChg>
      <pc:sldChg chg="new del">
        <pc:chgData name="Riely, Gregory" userId="8e9f1504-5205-4fae-b223-1d04dd54ed12" providerId="ADAL" clId="{95F85B20-71FD-4B00-952E-F731EAA79873}" dt="2025-01-16T20:31:13.011" v="2728" actId="47"/>
        <pc:sldMkLst>
          <pc:docMk/>
          <pc:sldMk cId="1748431501" sldId="279"/>
        </pc:sldMkLst>
      </pc:sldChg>
      <pc:sldChg chg="addSp delSp modSp new mod">
        <pc:chgData name="Riely, Gregory" userId="8e9f1504-5205-4fae-b223-1d04dd54ed12" providerId="ADAL" clId="{95F85B20-71FD-4B00-952E-F731EAA79873}" dt="2025-01-22T16:38:00.925" v="4508" actId="6549"/>
        <pc:sldMkLst>
          <pc:docMk/>
          <pc:sldMk cId="3739938298" sldId="280"/>
        </pc:sldMkLst>
        <pc:spChg chg="mod">
          <ac:chgData name="Riely, Gregory" userId="8e9f1504-5205-4fae-b223-1d04dd54ed12" providerId="ADAL" clId="{95F85B20-71FD-4B00-952E-F731EAA79873}" dt="2025-01-16T20:19:46.299" v="2636" actId="114"/>
          <ac:spMkLst>
            <pc:docMk/>
            <pc:sldMk cId="3739938298" sldId="280"/>
            <ac:spMk id="2" creationId="{DD4EE2EE-3127-ADD0-41C1-BD010455D016}"/>
          </ac:spMkLst>
        </pc:spChg>
        <pc:spChg chg="add mod">
          <ac:chgData name="Riely, Gregory" userId="8e9f1504-5205-4fae-b223-1d04dd54ed12" providerId="ADAL" clId="{95F85B20-71FD-4B00-952E-F731EAA79873}" dt="2025-01-22T14:33:25.178" v="3928" actId="1076"/>
          <ac:spMkLst>
            <pc:docMk/>
            <pc:sldMk cId="3739938298" sldId="280"/>
            <ac:spMk id="3" creationId="{469CEE5E-2415-F9BC-CA8A-CDF759EF7162}"/>
          </ac:spMkLst>
        </pc:spChg>
        <pc:spChg chg="del">
          <ac:chgData name="Riely, Gregory" userId="8e9f1504-5205-4fae-b223-1d04dd54ed12" providerId="ADAL" clId="{95F85B20-71FD-4B00-952E-F731EAA79873}" dt="2025-01-16T20:09:20.688" v="2316" actId="478"/>
          <ac:spMkLst>
            <pc:docMk/>
            <pc:sldMk cId="3739938298" sldId="280"/>
            <ac:spMk id="3" creationId="{8BE8D0FE-8A23-67F5-0431-29E66FC483B6}"/>
          </ac:spMkLst>
        </pc:spChg>
        <pc:spChg chg="add mod">
          <ac:chgData name="Riely, Gregory" userId="8e9f1504-5205-4fae-b223-1d04dd54ed12" providerId="ADAL" clId="{95F85B20-71FD-4B00-952E-F731EAA79873}" dt="2025-01-22T16:38:00.925" v="4508" actId="6549"/>
          <ac:spMkLst>
            <pc:docMk/>
            <pc:sldMk cId="3739938298" sldId="280"/>
            <ac:spMk id="4" creationId="{252557F8-AF77-C56D-5B20-E7685F1BFD11}"/>
          </ac:spMkLst>
        </pc:spChg>
        <pc:spChg chg="add del mod">
          <ac:chgData name="Riely, Gregory" userId="8e9f1504-5205-4fae-b223-1d04dd54ed12" providerId="ADAL" clId="{95F85B20-71FD-4B00-952E-F731EAA79873}" dt="2025-01-16T20:16:42.464" v="2474" actId="478"/>
          <ac:spMkLst>
            <pc:docMk/>
            <pc:sldMk cId="3739938298" sldId="280"/>
            <ac:spMk id="4" creationId="{26344A24-1CB9-DC2B-11EA-C101558F7BD3}"/>
          </ac:spMkLst>
        </pc:spChg>
        <pc:spChg chg="add del mod">
          <ac:chgData name="Riely, Gregory" userId="8e9f1504-5205-4fae-b223-1d04dd54ed12" providerId="ADAL" clId="{95F85B20-71FD-4B00-952E-F731EAA79873}" dt="2025-01-16T20:16:44.920" v="2476" actId="478"/>
          <ac:spMkLst>
            <pc:docMk/>
            <pc:sldMk cId="3739938298" sldId="280"/>
            <ac:spMk id="5" creationId="{11B84666-0EAC-ED4A-C7EA-A52CFA3AD209}"/>
          </ac:spMkLst>
        </pc:spChg>
        <pc:spChg chg="add del mod">
          <ac:chgData name="Riely, Gregory" userId="8e9f1504-5205-4fae-b223-1d04dd54ed12" providerId="ADAL" clId="{95F85B20-71FD-4B00-952E-F731EAA79873}" dt="2025-01-16T20:16:43.606" v="2475" actId="478"/>
          <ac:spMkLst>
            <pc:docMk/>
            <pc:sldMk cId="3739938298" sldId="280"/>
            <ac:spMk id="6" creationId="{E7E29802-E248-3D55-C04A-0BCC10E09656}"/>
          </ac:spMkLst>
        </pc:spChg>
        <pc:spChg chg="add mod">
          <ac:chgData name="Riely, Gregory" userId="8e9f1504-5205-4fae-b223-1d04dd54ed12" providerId="ADAL" clId="{95F85B20-71FD-4B00-952E-F731EAA79873}" dt="2025-01-16T20:18:53.064" v="2575" actId="20577"/>
          <ac:spMkLst>
            <pc:docMk/>
            <pc:sldMk cId="3739938298" sldId="280"/>
            <ac:spMk id="11" creationId="{D4B7B9EF-696C-C618-3E91-4AFD105CED4A}"/>
          </ac:spMkLst>
        </pc:spChg>
        <pc:spChg chg="add mod">
          <ac:chgData name="Riely, Gregory" userId="8e9f1504-5205-4fae-b223-1d04dd54ed12" providerId="ADAL" clId="{95F85B20-71FD-4B00-952E-F731EAA79873}" dt="2025-01-22T14:34:06.612" v="4010" actId="1076"/>
          <ac:spMkLst>
            <pc:docMk/>
            <pc:sldMk cId="3739938298" sldId="280"/>
            <ac:spMk id="12" creationId="{0674DE94-F12E-721A-FCF4-7DC5569567C2}"/>
          </ac:spMkLst>
        </pc:spChg>
        <pc:picChg chg="add mod">
          <ac:chgData name="Riely, Gregory" userId="8e9f1504-5205-4fae-b223-1d04dd54ed12" providerId="ADAL" clId="{95F85B20-71FD-4B00-952E-F731EAA79873}" dt="2025-01-16T20:19:06.836" v="2576" actId="1076"/>
          <ac:picMkLst>
            <pc:docMk/>
            <pc:sldMk cId="3739938298" sldId="280"/>
            <ac:picMk id="8" creationId="{928E9867-1F01-A5C2-3375-236F809F11BA}"/>
          </ac:picMkLst>
        </pc:picChg>
        <pc:picChg chg="add mod">
          <ac:chgData name="Riely, Gregory" userId="8e9f1504-5205-4fae-b223-1d04dd54ed12" providerId="ADAL" clId="{95F85B20-71FD-4B00-952E-F731EAA79873}" dt="2025-01-16T20:19:09.790" v="2577" actId="1076"/>
          <ac:picMkLst>
            <pc:docMk/>
            <pc:sldMk cId="3739938298" sldId="280"/>
            <ac:picMk id="10" creationId="{ED08A13F-AD85-91FD-10A4-1C7AD84CD7F9}"/>
          </ac:picMkLst>
        </pc:picChg>
        <pc:picChg chg="add del mod">
          <ac:chgData name="Riely, Gregory" userId="8e9f1504-5205-4fae-b223-1d04dd54ed12" providerId="ADAL" clId="{95F85B20-71FD-4B00-952E-F731EAA79873}" dt="2025-01-16T20:16:40.852" v="2473" actId="478"/>
          <ac:picMkLst>
            <pc:docMk/>
            <pc:sldMk cId="3739938298" sldId="280"/>
            <ac:picMk id="2050" creationId="{8D4A14B8-6340-7B77-8FAF-E3D41B9F8673}"/>
          </ac:picMkLst>
        </pc:picChg>
      </pc:sldChg>
      <pc:sldChg chg="addSp delSp modSp add mod ord">
        <pc:chgData name="Riely, Gregory" userId="8e9f1504-5205-4fae-b223-1d04dd54ed12" providerId="ADAL" clId="{95F85B20-71FD-4B00-952E-F731EAA79873}" dt="2025-01-16T21:02:02.172" v="3036"/>
        <pc:sldMkLst>
          <pc:docMk/>
          <pc:sldMk cId="1098527145" sldId="281"/>
        </pc:sldMkLst>
        <pc:spChg chg="add del mod">
          <ac:chgData name="Riely, Gregory" userId="8e9f1504-5205-4fae-b223-1d04dd54ed12" providerId="ADAL" clId="{95F85B20-71FD-4B00-952E-F731EAA79873}" dt="2025-01-16T21:00:36.966" v="3005" actId="478"/>
          <ac:spMkLst>
            <pc:docMk/>
            <pc:sldMk cId="1098527145" sldId="281"/>
            <ac:spMk id="3" creationId="{99854CDB-8C91-C1B1-1B81-62123FD310B5}"/>
          </ac:spMkLst>
        </pc:spChg>
        <pc:spChg chg="add mod">
          <ac:chgData name="Riely, Gregory" userId="8e9f1504-5205-4fae-b223-1d04dd54ed12" providerId="ADAL" clId="{95F85B20-71FD-4B00-952E-F731EAA79873}" dt="2025-01-16T21:01:57.958" v="3034" actId="207"/>
          <ac:spMkLst>
            <pc:docMk/>
            <pc:sldMk cId="1098527145" sldId="281"/>
            <ac:spMk id="10" creationId="{D4AD02E5-7C2A-E354-1B66-7E1889F3F918}"/>
          </ac:spMkLst>
        </pc:spChg>
        <pc:cxnChg chg="add mod">
          <ac:chgData name="Riely, Gregory" userId="8e9f1504-5205-4fae-b223-1d04dd54ed12" providerId="ADAL" clId="{95F85B20-71FD-4B00-952E-F731EAA79873}" dt="2025-01-16T21:01:09.501" v="3010" actId="208"/>
          <ac:cxnSpMkLst>
            <pc:docMk/>
            <pc:sldMk cId="1098527145" sldId="281"/>
            <ac:cxnSpMk id="8" creationId="{42AF27E7-5523-9641-B0C0-0ADAEBCF2154}"/>
          </ac:cxnSpMkLst>
        </pc:cxnChg>
      </pc:sldChg>
      <pc:sldChg chg="addSp modSp add mod">
        <pc:chgData name="Riely, Gregory" userId="8e9f1504-5205-4fae-b223-1d04dd54ed12" providerId="ADAL" clId="{95F85B20-71FD-4B00-952E-F731EAA79873}" dt="2025-01-16T20:30:53.230" v="2724" actId="1076"/>
        <pc:sldMkLst>
          <pc:docMk/>
          <pc:sldMk cId="722904811" sldId="282"/>
        </pc:sldMkLst>
        <pc:picChg chg="add mod">
          <ac:chgData name="Riely, Gregory" userId="8e9f1504-5205-4fae-b223-1d04dd54ed12" providerId="ADAL" clId="{95F85B20-71FD-4B00-952E-F731EAA79873}" dt="2025-01-16T20:30:30.344" v="2720" actId="1076"/>
          <ac:picMkLst>
            <pc:docMk/>
            <pc:sldMk cId="722904811" sldId="282"/>
            <ac:picMk id="4" creationId="{78F3BFA0-22F9-4D1F-2F93-461F4F779902}"/>
          </ac:picMkLst>
        </pc:picChg>
        <pc:picChg chg="mod">
          <ac:chgData name="Riely, Gregory" userId="8e9f1504-5205-4fae-b223-1d04dd54ed12" providerId="ADAL" clId="{95F85B20-71FD-4B00-952E-F731EAA79873}" dt="2025-01-16T20:28:47.371" v="2718" actId="14100"/>
          <ac:picMkLst>
            <pc:docMk/>
            <pc:sldMk cId="722904811" sldId="282"/>
            <ac:picMk id="5" creationId="{CD9E8D80-5561-2D8E-4BDF-B556D637B403}"/>
          </ac:picMkLst>
        </pc:picChg>
        <pc:picChg chg="add mod">
          <ac:chgData name="Riely, Gregory" userId="8e9f1504-5205-4fae-b223-1d04dd54ed12" providerId="ADAL" clId="{95F85B20-71FD-4B00-952E-F731EAA79873}" dt="2025-01-16T20:30:53.230" v="2724" actId="1076"/>
          <ac:picMkLst>
            <pc:docMk/>
            <pc:sldMk cId="722904811" sldId="282"/>
            <ac:picMk id="8" creationId="{22B56356-437C-52FE-AEA2-4568EC08A5F9}"/>
          </ac:picMkLst>
        </pc:picChg>
      </pc:sldChg>
      <pc:sldChg chg="add ord">
        <pc:chgData name="Riely, Gregory" userId="8e9f1504-5205-4fae-b223-1d04dd54ed12" providerId="ADAL" clId="{95F85B20-71FD-4B00-952E-F731EAA79873}" dt="2025-01-16T21:02:04.916" v="3038"/>
        <pc:sldMkLst>
          <pc:docMk/>
          <pc:sldMk cId="3305542610" sldId="283"/>
        </pc:sldMkLst>
      </pc:sldChg>
      <pc:sldChg chg="modSp add mod ord">
        <pc:chgData name="Riely, Gregory" userId="8e9f1504-5205-4fae-b223-1d04dd54ed12" providerId="ADAL" clId="{95F85B20-71FD-4B00-952E-F731EAA79873}" dt="2025-01-22T14:36:17.962" v="4034" actId="20577"/>
        <pc:sldMkLst>
          <pc:docMk/>
          <pc:sldMk cId="1901791371" sldId="284"/>
        </pc:sldMkLst>
        <pc:spChg chg="mod">
          <ac:chgData name="Riely, Gregory" userId="8e9f1504-5205-4fae-b223-1d04dd54ed12" providerId="ADAL" clId="{95F85B20-71FD-4B00-952E-F731EAA79873}" dt="2025-01-16T20:31:21.441" v="2747" actId="20577"/>
          <ac:spMkLst>
            <pc:docMk/>
            <pc:sldMk cId="1901791371" sldId="284"/>
            <ac:spMk id="2" creationId="{C6A37E73-A1D9-0359-9448-8521DEE9F6AD}"/>
          </ac:spMkLst>
        </pc:spChg>
        <pc:spChg chg="mod">
          <ac:chgData name="Riely, Gregory" userId="8e9f1504-5205-4fae-b223-1d04dd54ed12" providerId="ADAL" clId="{95F85B20-71FD-4B00-952E-F731EAA79873}" dt="2025-01-22T14:36:17.962" v="4034" actId="20577"/>
          <ac:spMkLst>
            <pc:docMk/>
            <pc:sldMk cId="1901791371" sldId="284"/>
            <ac:spMk id="3" creationId="{C694B560-7C0A-6D6E-8760-89D05B492F72}"/>
          </ac:spMkLst>
        </pc:spChg>
      </pc:sldChg>
      <pc:sldChg chg="addSp delSp modSp new mod">
        <pc:chgData name="Riely, Gregory" userId="8e9f1504-5205-4fae-b223-1d04dd54ed12" providerId="ADAL" clId="{95F85B20-71FD-4B00-952E-F731EAA79873}" dt="2025-01-16T21:18:49.757" v="3753" actId="1076"/>
        <pc:sldMkLst>
          <pc:docMk/>
          <pc:sldMk cId="4256984775" sldId="285"/>
        </pc:sldMkLst>
        <pc:spChg chg="mod">
          <ac:chgData name="Riely, Gregory" userId="8e9f1504-5205-4fae-b223-1d04dd54ed12" providerId="ADAL" clId="{95F85B20-71FD-4B00-952E-F731EAA79873}" dt="2025-01-16T21:18:18.482" v="3728" actId="403"/>
          <ac:spMkLst>
            <pc:docMk/>
            <pc:sldMk cId="4256984775" sldId="285"/>
            <ac:spMk id="2" creationId="{C19C1404-68A3-5739-348C-70963E22A659}"/>
          </ac:spMkLst>
        </pc:spChg>
        <pc:spChg chg="del">
          <ac:chgData name="Riely, Gregory" userId="8e9f1504-5205-4fae-b223-1d04dd54ed12" providerId="ADAL" clId="{95F85B20-71FD-4B00-952E-F731EAA79873}" dt="2025-01-16T21:02:29.439" v="3040" actId="478"/>
          <ac:spMkLst>
            <pc:docMk/>
            <pc:sldMk cId="4256984775" sldId="285"/>
            <ac:spMk id="3" creationId="{1F08C839-BA84-B2E8-AC10-0DEB33C6398D}"/>
          </ac:spMkLst>
        </pc:spChg>
        <pc:spChg chg="add mod">
          <ac:chgData name="Riely, Gregory" userId="8e9f1504-5205-4fae-b223-1d04dd54ed12" providerId="ADAL" clId="{95F85B20-71FD-4B00-952E-F731EAA79873}" dt="2025-01-16T21:17:50.436" v="3718" actId="1076"/>
          <ac:spMkLst>
            <pc:docMk/>
            <pc:sldMk cId="4256984775" sldId="285"/>
            <ac:spMk id="6" creationId="{EBC340AD-3039-733C-D86C-B4D7DCBF6059}"/>
          </ac:spMkLst>
        </pc:spChg>
        <pc:spChg chg="add mod">
          <ac:chgData name="Riely, Gregory" userId="8e9f1504-5205-4fae-b223-1d04dd54ed12" providerId="ADAL" clId="{95F85B20-71FD-4B00-952E-F731EAA79873}" dt="2025-01-16T21:18:49.757" v="3753" actId="1076"/>
          <ac:spMkLst>
            <pc:docMk/>
            <pc:sldMk cId="4256984775" sldId="285"/>
            <ac:spMk id="9" creationId="{7289F179-6387-DC42-A993-042BF9C0782F}"/>
          </ac:spMkLst>
        </pc:spChg>
        <pc:picChg chg="add mod modCrop">
          <ac:chgData name="Riely, Gregory" userId="8e9f1504-5205-4fae-b223-1d04dd54ed12" providerId="ADAL" clId="{95F85B20-71FD-4B00-952E-F731EAA79873}" dt="2025-01-16T21:18:02.965" v="3721" actId="732"/>
          <ac:picMkLst>
            <pc:docMk/>
            <pc:sldMk cId="4256984775" sldId="285"/>
            <ac:picMk id="5" creationId="{44231938-CB50-A820-094C-005CEE50E171}"/>
          </ac:picMkLst>
        </pc:picChg>
        <pc:picChg chg="add mod">
          <ac:chgData name="Riely, Gregory" userId="8e9f1504-5205-4fae-b223-1d04dd54ed12" providerId="ADAL" clId="{95F85B20-71FD-4B00-952E-F731EAA79873}" dt="2025-01-16T21:17:55.675" v="3720" actId="1076"/>
          <ac:picMkLst>
            <pc:docMk/>
            <pc:sldMk cId="4256984775" sldId="285"/>
            <ac:picMk id="8" creationId="{9D51A881-619C-F0B4-CCB8-432EA3C2423C}"/>
          </ac:picMkLst>
        </pc:picChg>
      </pc:sldChg>
      <pc:sldChg chg="addSp delSp modSp new mod">
        <pc:chgData name="Riely, Gregory" userId="8e9f1504-5205-4fae-b223-1d04dd54ed12" providerId="ADAL" clId="{95F85B20-71FD-4B00-952E-F731EAA79873}" dt="2025-01-16T21:16:00.331" v="3504"/>
        <pc:sldMkLst>
          <pc:docMk/>
          <pc:sldMk cId="1453397029" sldId="286"/>
        </pc:sldMkLst>
        <pc:spChg chg="mod">
          <ac:chgData name="Riely, Gregory" userId="8e9f1504-5205-4fae-b223-1d04dd54ed12" providerId="ADAL" clId="{95F85B20-71FD-4B00-952E-F731EAA79873}" dt="2025-01-16T21:13:19.600" v="3429" actId="20577"/>
          <ac:spMkLst>
            <pc:docMk/>
            <pc:sldMk cId="1453397029" sldId="286"/>
            <ac:spMk id="2" creationId="{129B3C43-7A18-685A-F3D9-DFEB7C077157}"/>
          </ac:spMkLst>
        </pc:spChg>
        <pc:spChg chg="del">
          <ac:chgData name="Riely, Gregory" userId="8e9f1504-5205-4fae-b223-1d04dd54ed12" providerId="ADAL" clId="{95F85B20-71FD-4B00-952E-F731EAA79873}" dt="2025-01-16T21:09:11.048" v="3218" actId="478"/>
          <ac:spMkLst>
            <pc:docMk/>
            <pc:sldMk cId="1453397029" sldId="286"/>
            <ac:spMk id="3" creationId="{CF23AE79-61BD-C647-85D1-9DAB83527EC9}"/>
          </ac:spMkLst>
        </pc:spChg>
        <pc:spChg chg="add mod">
          <ac:chgData name="Riely, Gregory" userId="8e9f1504-5205-4fae-b223-1d04dd54ed12" providerId="ADAL" clId="{95F85B20-71FD-4B00-952E-F731EAA79873}" dt="2025-01-16T21:15:59.617" v="3502" actId="1076"/>
          <ac:spMkLst>
            <pc:docMk/>
            <pc:sldMk cId="1453397029" sldId="286"/>
            <ac:spMk id="4" creationId="{0BA3AFE6-846C-0D5A-A42E-BE2109D65730}"/>
          </ac:spMkLst>
        </pc:spChg>
        <pc:spChg chg="add del mod">
          <ac:chgData name="Riely, Gregory" userId="8e9f1504-5205-4fae-b223-1d04dd54ed12" providerId="ADAL" clId="{95F85B20-71FD-4B00-952E-F731EAA79873}" dt="2025-01-16T21:16:00.331" v="3504"/>
          <ac:spMkLst>
            <pc:docMk/>
            <pc:sldMk cId="1453397029" sldId="286"/>
            <ac:spMk id="10" creationId="{DF8E88D4-85DD-3AC7-A2A5-8437A9515635}"/>
          </ac:spMkLst>
        </pc:spChg>
        <pc:graphicFrameChg chg="add mod">
          <ac:chgData name="Riely, Gregory" userId="8e9f1504-5205-4fae-b223-1d04dd54ed12" providerId="ADAL" clId="{95F85B20-71FD-4B00-952E-F731EAA79873}" dt="2025-01-16T21:15:34.388" v="3452" actId="1076"/>
          <ac:graphicFrameMkLst>
            <pc:docMk/>
            <pc:sldMk cId="1453397029" sldId="286"/>
            <ac:graphicFrameMk id="9" creationId="{9FB739B4-A610-104C-743B-EA0B6C0C2A5D}"/>
          </ac:graphicFrameMkLst>
        </pc:graphicFrameChg>
        <pc:picChg chg="add del">
          <ac:chgData name="Riely, Gregory" userId="8e9f1504-5205-4fae-b223-1d04dd54ed12" providerId="ADAL" clId="{95F85B20-71FD-4B00-952E-F731EAA79873}" dt="2025-01-16T21:09:23.315" v="3221" actId="478"/>
          <ac:picMkLst>
            <pc:docMk/>
            <pc:sldMk cId="1453397029" sldId="286"/>
            <ac:picMk id="6" creationId="{A4559D96-0621-C434-6323-409090849E16}"/>
          </ac:picMkLst>
        </pc:picChg>
      </pc:sldChg>
      <pc:sldChg chg="addSp modSp add mod">
        <pc:chgData name="Riely, Gregory" userId="8e9f1504-5205-4fae-b223-1d04dd54ed12" providerId="ADAL" clId="{95F85B20-71FD-4B00-952E-F731EAA79873}" dt="2025-01-16T21:16:14.511" v="3541" actId="1076"/>
        <pc:sldMkLst>
          <pc:docMk/>
          <pc:sldMk cId="2022020763" sldId="287"/>
        </pc:sldMkLst>
        <pc:spChg chg="mod">
          <ac:chgData name="Riely, Gregory" userId="8e9f1504-5205-4fae-b223-1d04dd54ed12" providerId="ADAL" clId="{95F85B20-71FD-4B00-952E-F731EAA79873}" dt="2025-01-16T21:12:14.493" v="3361" actId="20577"/>
          <ac:spMkLst>
            <pc:docMk/>
            <pc:sldMk cId="2022020763" sldId="287"/>
            <ac:spMk id="2" creationId="{129B3C43-7A18-685A-F3D9-DFEB7C077157}"/>
          </ac:spMkLst>
        </pc:spChg>
        <pc:spChg chg="mod">
          <ac:chgData name="Riely, Gregory" userId="8e9f1504-5205-4fae-b223-1d04dd54ed12" providerId="ADAL" clId="{95F85B20-71FD-4B00-952E-F731EAA79873}" dt="2025-01-16T21:16:14.511" v="3541" actId="1076"/>
          <ac:spMkLst>
            <pc:docMk/>
            <pc:sldMk cId="2022020763" sldId="287"/>
            <ac:spMk id="4" creationId="{0BA3AFE6-846C-0D5A-A42E-BE2109D65730}"/>
          </ac:spMkLst>
        </pc:spChg>
        <pc:spChg chg="add mod">
          <ac:chgData name="Riely, Gregory" userId="8e9f1504-5205-4fae-b223-1d04dd54ed12" providerId="ADAL" clId="{95F85B20-71FD-4B00-952E-F731EAA79873}" dt="2025-01-16T21:11:21.965" v="3258" actId="1076"/>
          <ac:spMkLst>
            <pc:docMk/>
            <pc:sldMk cId="2022020763" sldId="287"/>
            <ac:spMk id="7" creationId="{34921A9B-156D-913B-B2C2-9527BF0A5118}"/>
          </ac:spMkLst>
        </pc:spChg>
        <pc:cxnChg chg="add mod">
          <ac:chgData name="Riely, Gregory" userId="8e9f1504-5205-4fae-b223-1d04dd54ed12" providerId="ADAL" clId="{95F85B20-71FD-4B00-952E-F731EAA79873}" dt="2025-01-16T21:11:10.330" v="3254" actId="14100"/>
          <ac:cxnSpMkLst>
            <pc:docMk/>
            <pc:sldMk cId="2022020763" sldId="287"/>
            <ac:cxnSpMk id="5" creationId="{7CC37097-8289-F93F-8DCA-E02407155D17}"/>
          </ac:cxnSpMkLst>
        </pc:cxnChg>
      </pc:sldChg>
      <pc:sldChg chg="modSp new mod">
        <pc:chgData name="Riely, Gregory" userId="8e9f1504-5205-4fae-b223-1d04dd54ed12" providerId="ADAL" clId="{95F85B20-71FD-4B00-952E-F731EAA79873}" dt="2025-01-22T16:39:23.379" v="4556" actId="20577"/>
        <pc:sldMkLst>
          <pc:docMk/>
          <pc:sldMk cId="1398723228" sldId="288"/>
        </pc:sldMkLst>
        <pc:spChg chg="mod">
          <ac:chgData name="Riely, Gregory" userId="8e9f1504-5205-4fae-b223-1d04dd54ed12" providerId="ADAL" clId="{95F85B20-71FD-4B00-952E-F731EAA79873}" dt="2025-01-16T21:16:34.977" v="3556" actId="20577"/>
          <ac:spMkLst>
            <pc:docMk/>
            <pc:sldMk cId="1398723228" sldId="288"/>
            <ac:spMk id="2" creationId="{309B14CD-14F8-3088-7D3A-C294F7E8A66A}"/>
          </ac:spMkLst>
        </pc:spChg>
        <pc:spChg chg="mod">
          <ac:chgData name="Riely, Gregory" userId="8e9f1504-5205-4fae-b223-1d04dd54ed12" providerId="ADAL" clId="{95F85B20-71FD-4B00-952E-F731EAA79873}" dt="2025-01-22T16:39:23.379" v="4556" actId="20577"/>
          <ac:spMkLst>
            <pc:docMk/>
            <pc:sldMk cId="1398723228" sldId="288"/>
            <ac:spMk id="3" creationId="{59E94BF0-58A8-9114-CCE1-3130A66671D0}"/>
          </ac:spMkLst>
        </pc:spChg>
      </pc:sldChg>
      <pc:sldChg chg="modSp new mod">
        <pc:chgData name="Riely, Gregory" userId="8e9f1504-5205-4fae-b223-1d04dd54ed12" providerId="ADAL" clId="{95F85B20-71FD-4B00-952E-F731EAA79873}" dt="2025-01-22T14:39:04.102" v="4474" actId="20577"/>
        <pc:sldMkLst>
          <pc:docMk/>
          <pc:sldMk cId="4063372051" sldId="289"/>
        </pc:sldMkLst>
        <pc:spChg chg="mod">
          <ac:chgData name="Riely, Gregory" userId="8e9f1504-5205-4fae-b223-1d04dd54ed12" providerId="ADAL" clId="{95F85B20-71FD-4B00-952E-F731EAA79873}" dt="2025-01-22T14:37:10.823" v="4043" actId="20577"/>
          <ac:spMkLst>
            <pc:docMk/>
            <pc:sldMk cId="4063372051" sldId="289"/>
            <ac:spMk id="2" creationId="{237AE1B9-301A-4C60-A34F-C75F5E1C8607}"/>
          </ac:spMkLst>
        </pc:spChg>
        <pc:spChg chg="mod">
          <ac:chgData name="Riely, Gregory" userId="8e9f1504-5205-4fae-b223-1d04dd54ed12" providerId="ADAL" clId="{95F85B20-71FD-4B00-952E-F731EAA79873}" dt="2025-01-22T14:39:04.102" v="4474" actId="20577"/>
          <ac:spMkLst>
            <pc:docMk/>
            <pc:sldMk cId="4063372051" sldId="289"/>
            <ac:spMk id="3" creationId="{70BE03C2-95B4-9C04-DDC5-76438A43814A}"/>
          </ac:spMkLst>
        </pc:spChg>
      </pc:sldChg>
      <pc:sldChg chg="addSp modSp add">
        <pc:chgData name="Riely, Gregory" userId="8e9f1504-5205-4fae-b223-1d04dd54ed12" providerId="ADAL" clId="{95F85B20-71FD-4B00-952E-F731EAA79873}" dt="2025-01-22T16:37:21.499" v="4506"/>
        <pc:sldMkLst>
          <pc:docMk/>
          <pc:sldMk cId="536641361" sldId="290"/>
        </pc:sldMkLst>
        <pc:spChg chg="add mod">
          <ac:chgData name="Riely, Gregory" userId="8e9f1504-5205-4fae-b223-1d04dd54ed12" providerId="ADAL" clId="{95F85B20-71FD-4B00-952E-F731EAA79873}" dt="2025-01-22T16:37:21.499" v="4506"/>
          <ac:spMkLst>
            <pc:docMk/>
            <pc:sldMk cId="536641361" sldId="290"/>
            <ac:spMk id="2" creationId="{2E0F00E7-C912-9D10-0111-77CEDC753BA4}"/>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8F12-4D60-85D3-E5266C79C2F6}"/>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1-23A3-42B2-BDA3-1EB6CF43D094}"/>
              </c:ext>
            </c:extLst>
          </c:dPt>
          <c:dLbls>
            <c:dLbl>
              <c:idx val="1"/>
              <c:layout>
                <c:manualLayout>
                  <c:x val="0.23064899114173229"/>
                  <c:y val="5.8684174539605401E-3"/>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3A3-42B2-BDA3-1EB6CF43D094}"/>
                </c:ext>
              </c:extLst>
            </c:dLbl>
            <c:spPr>
              <a:noFill/>
              <a:ln>
                <a:noFill/>
              </a:ln>
              <a:effectLst/>
            </c:spPr>
            <c:txPr>
              <a:bodyPr rot="0" spcFirstLastPara="1" vertOverflow="ellipsis" vert="horz" wrap="square" anchor="ctr" anchorCtr="1"/>
              <a:lstStyle/>
              <a:p>
                <a:pPr>
                  <a:defRPr sz="3200" b="0" i="0" u="none" strike="noStrike" kern="1200" baseline="0">
                    <a:solidFill>
                      <a:schemeClr val="bg1"/>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TP53 mut</c:v>
                </c:pt>
                <c:pt idx="1">
                  <c:v>TP 53 normal</c:v>
                </c:pt>
              </c:strCache>
            </c:strRef>
          </c:cat>
          <c:val>
            <c:numRef>
              <c:f>Sheet1!$B$2:$B$3</c:f>
              <c:numCache>
                <c:formatCode>0%</c:formatCode>
                <c:ptCount val="2"/>
                <c:pt idx="0">
                  <c:v>0.54</c:v>
                </c:pt>
                <c:pt idx="1">
                  <c:v>0.46</c:v>
                </c:pt>
              </c:numCache>
            </c:numRef>
          </c:val>
          <c:extLst>
            <c:ext xmlns:c16="http://schemas.microsoft.com/office/drawing/2014/chart" uri="{C3380CC4-5D6E-409C-BE32-E72D297353CC}">
              <c16:uniqueId val="{00000000-23A3-42B2-BDA3-1EB6CF43D094}"/>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3200">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40BD8-F3CD-47A7-6E8D-DD9D22F302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0765E7-E3E9-3CF2-0124-0400FFADE1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0244CF-2047-542B-AC34-8B7F54A3F32C}"/>
              </a:ext>
            </a:extLst>
          </p:cNvPr>
          <p:cNvSpPr>
            <a:spLocks noGrp="1"/>
          </p:cNvSpPr>
          <p:nvPr>
            <p:ph type="dt" sz="half" idx="10"/>
          </p:nvPr>
        </p:nvSpPr>
        <p:spPr/>
        <p:txBody>
          <a:bodyPr/>
          <a:lstStyle/>
          <a:p>
            <a:fld id="{CCCFBFDC-8C43-4E02-8C0F-5DB6F7753B55}" type="datetimeFigureOut">
              <a:rPr lang="en-US" smtClean="0"/>
              <a:t>1/25/25</a:t>
            </a:fld>
            <a:endParaRPr lang="en-US"/>
          </a:p>
        </p:txBody>
      </p:sp>
      <p:sp>
        <p:nvSpPr>
          <p:cNvPr id="5" name="Footer Placeholder 4">
            <a:extLst>
              <a:ext uri="{FF2B5EF4-FFF2-40B4-BE49-F238E27FC236}">
                <a16:creationId xmlns:a16="http://schemas.microsoft.com/office/drawing/2014/main" id="{62C29A36-8EE4-DF4A-672B-9A2F9F5EC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F502C3-76ED-F9F7-87E0-373EBE3DC527}"/>
              </a:ext>
            </a:extLst>
          </p:cNvPr>
          <p:cNvSpPr>
            <a:spLocks noGrp="1"/>
          </p:cNvSpPr>
          <p:nvPr>
            <p:ph type="sldNum" sz="quarter" idx="12"/>
          </p:nvPr>
        </p:nvSpPr>
        <p:spPr/>
        <p:txBody>
          <a:bodyPr/>
          <a:lstStyle/>
          <a:p>
            <a:fld id="{86C650AA-E073-4289-9F01-B557A45E3C3C}" type="slidenum">
              <a:rPr lang="en-US" smtClean="0"/>
              <a:t>‹#›</a:t>
            </a:fld>
            <a:endParaRPr lang="en-US"/>
          </a:p>
        </p:txBody>
      </p:sp>
    </p:spTree>
    <p:extLst>
      <p:ext uri="{BB962C8B-B14F-4D97-AF65-F5344CB8AC3E}">
        <p14:creationId xmlns:p14="http://schemas.microsoft.com/office/powerpoint/2010/main" val="1606861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561C0-65B2-DF28-D5FA-8EFE3EB545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9ACD78-52FB-1907-C2F5-F70EBFE709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05240C-85B3-2425-F6D1-63A6A9366C69}"/>
              </a:ext>
            </a:extLst>
          </p:cNvPr>
          <p:cNvSpPr>
            <a:spLocks noGrp="1"/>
          </p:cNvSpPr>
          <p:nvPr>
            <p:ph type="dt" sz="half" idx="10"/>
          </p:nvPr>
        </p:nvSpPr>
        <p:spPr/>
        <p:txBody>
          <a:bodyPr/>
          <a:lstStyle/>
          <a:p>
            <a:fld id="{CCCFBFDC-8C43-4E02-8C0F-5DB6F7753B55}" type="datetimeFigureOut">
              <a:rPr lang="en-US" smtClean="0"/>
              <a:t>1/25/25</a:t>
            </a:fld>
            <a:endParaRPr lang="en-US"/>
          </a:p>
        </p:txBody>
      </p:sp>
      <p:sp>
        <p:nvSpPr>
          <p:cNvPr id="5" name="Footer Placeholder 4">
            <a:extLst>
              <a:ext uri="{FF2B5EF4-FFF2-40B4-BE49-F238E27FC236}">
                <a16:creationId xmlns:a16="http://schemas.microsoft.com/office/drawing/2014/main" id="{67A30C2D-811C-AE22-CACE-E83534333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17B67B-FF4C-57A0-09D1-41A5D0CA9F1E}"/>
              </a:ext>
            </a:extLst>
          </p:cNvPr>
          <p:cNvSpPr>
            <a:spLocks noGrp="1"/>
          </p:cNvSpPr>
          <p:nvPr>
            <p:ph type="sldNum" sz="quarter" idx="12"/>
          </p:nvPr>
        </p:nvSpPr>
        <p:spPr/>
        <p:txBody>
          <a:bodyPr/>
          <a:lstStyle/>
          <a:p>
            <a:fld id="{86C650AA-E073-4289-9F01-B557A45E3C3C}" type="slidenum">
              <a:rPr lang="en-US" smtClean="0"/>
              <a:t>‹#›</a:t>
            </a:fld>
            <a:endParaRPr lang="en-US"/>
          </a:p>
        </p:txBody>
      </p:sp>
    </p:spTree>
    <p:extLst>
      <p:ext uri="{BB962C8B-B14F-4D97-AF65-F5344CB8AC3E}">
        <p14:creationId xmlns:p14="http://schemas.microsoft.com/office/powerpoint/2010/main" val="2615877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0CF47-3CDE-802C-DB50-AD301C406E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276CB2-F413-828B-94CA-6B28056BCC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390162-89F1-A40A-55FD-97AC82235514}"/>
              </a:ext>
            </a:extLst>
          </p:cNvPr>
          <p:cNvSpPr>
            <a:spLocks noGrp="1"/>
          </p:cNvSpPr>
          <p:nvPr>
            <p:ph type="dt" sz="half" idx="10"/>
          </p:nvPr>
        </p:nvSpPr>
        <p:spPr/>
        <p:txBody>
          <a:bodyPr/>
          <a:lstStyle/>
          <a:p>
            <a:fld id="{CCCFBFDC-8C43-4E02-8C0F-5DB6F7753B55}" type="datetimeFigureOut">
              <a:rPr lang="en-US" smtClean="0"/>
              <a:t>1/25/25</a:t>
            </a:fld>
            <a:endParaRPr lang="en-US"/>
          </a:p>
        </p:txBody>
      </p:sp>
      <p:sp>
        <p:nvSpPr>
          <p:cNvPr id="5" name="Footer Placeholder 4">
            <a:extLst>
              <a:ext uri="{FF2B5EF4-FFF2-40B4-BE49-F238E27FC236}">
                <a16:creationId xmlns:a16="http://schemas.microsoft.com/office/drawing/2014/main" id="{D70EA297-0EDB-EC44-5FD8-986B8CE1C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1960C6-8DAE-F10E-D398-BC8E77310CCE}"/>
              </a:ext>
            </a:extLst>
          </p:cNvPr>
          <p:cNvSpPr>
            <a:spLocks noGrp="1"/>
          </p:cNvSpPr>
          <p:nvPr>
            <p:ph type="sldNum" sz="quarter" idx="12"/>
          </p:nvPr>
        </p:nvSpPr>
        <p:spPr/>
        <p:txBody>
          <a:bodyPr/>
          <a:lstStyle/>
          <a:p>
            <a:fld id="{86C650AA-E073-4289-9F01-B557A45E3C3C}" type="slidenum">
              <a:rPr lang="en-US" smtClean="0"/>
              <a:t>‹#›</a:t>
            </a:fld>
            <a:endParaRPr lang="en-US"/>
          </a:p>
        </p:txBody>
      </p:sp>
    </p:spTree>
    <p:extLst>
      <p:ext uri="{BB962C8B-B14F-4D97-AF65-F5344CB8AC3E}">
        <p14:creationId xmlns:p14="http://schemas.microsoft.com/office/powerpoint/2010/main" val="1575941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FA050-A64C-A07F-2CF2-05A3F6F871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DD55FA-E549-D159-4593-C74AF2709D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FECF9A-703E-23F4-6AC6-4D61EDA62C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889118-229A-6CE4-2541-31453B9C429F}"/>
              </a:ext>
            </a:extLst>
          </p:cNvPr>
          <p:cNvSpPr>
            <a:spLocks noGrp="1"/>
          </p:cNvSpPr>
          <p:nvPr>
            <p:ph type="dt" sz="half" idx="10"/>
          </p:nvPr>
        </p:nvSpPr>
        <p:spPr/>
        <p:txBody>
          <a:bodyPr/>
          <a:lstStyle/>
          <a:p>
            <a:fld id="{CCCFBFDC-8C43-4E02-8C0F-5DB6F7753B55}" type="datetimeFigureOut">
              <a:rPr lang="en-US" smtClean="0"/>
              <a:t>1/25/25</a:t>
            </a:fld>
            <a:endParaRPr lang="en-US"/>
          </a:p>
        </p:txBody>
      </p:sp>
      <p:sp>
        <p:nvSpPr>
          <p:cNvPr id="6" name="Footer Placeholder 5">
            <a:extLst>
              <a:ext uri="{FF2B5EF4-FFF2-40B4-BE49-F238E27FC236}">
                <a16:creationId xmlns:a16="http://schemas.microsoft.com/office/drawing/2014/main" id="{5D129976-068D-AEA9-D812-4E519BFF8F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8C54F0-640D-0706-0B6D-4BF4C985A8A6}"/>
              </a:ext>
            </a:extLst>
          </p:cNvPr>
          <p:cNvSpPr>
            <a:spLocks noGrp="1"/>
          </p:cNvSpPr>
          <p:nvPr>
            <p:ph type="sldNum" sz="quarter" idx="12"/>
          </p:nvPr>
        </p:nvSpPr>
        <p:spPr/>
        <p:txBody>
          <a:bodyPr/>
          <a:lstStyle/>
          <a:p>
            <a:fld id="{86C650AA-E073-4289-9F01-B557A45E3C3C}" type="slidenum">
              <a:rPr lang="en-US" smtClean="0"/>
              <a:t>‹#›</a:t>
            </a:fld>
            <a:endParaRPr lang="en-US"/>
          </a:p>
        </p:txBody>
      </p:sp>
    </p:spTree>
    <p:extLst>
      <p:ext uri="{BB962C8B-B14F-4D97-AF65-F5344CB8AC3E}">
        <p14:creationId xmlns:p14="http://schemas.microsoft.com/office/powerpoint/2010/main" val="3926782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F72A2-21E8-F80D-C8E3-76B47F5F2F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CDEABD-2C72-461A-3AD8-82B68F1C74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B64FC5-938B-AE58-507D-9589703AC2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84B383-3DA2-A882-0FE5-4D248B3AEF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3AB8C0-3158-2D58-2231-36A5484AD4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E5D87-82EB-D4DC-EAD4-7C8CBA512C6A}"/>
              </a:ext>
            </a:extLst>
          </p:cNvPr>
          <p:cNvSpPr>
            <a:spLocks noGrp="1"/>
          </p:cNvSpPr>
          <p:nvPr>
            <p:ph type="dt" sz="half" idx="10"/>
          </p:nvPr>
        </p:nvSpPr>
        <p:spPr/>
        <p:txBody>
          <a:bodyPr/>
          <a:lstStyle/>
          <a:p>
            <a:fld id="{CCCFBFDC-8C43-4E02-8C0F-5DB6F7753B55}" type="datetimeFigureOut">
              <a:rPr lang="en-US" smtClean="0"/>
              <a:t>1/25/25</a:t>
            </a:fld>
            <a:endParaRPr lang="en-US"/>
          </a:p>
        </p:txBody>
      </p:sp>
      <p:sp>
        <p:nvSpPr>
          <p:cNvPr id="8" name="Footer Placeholder 7">
            <a:extLst>
              <a:ext uri="{FF2B5EF4-FFF2-40B4-BE49-F238E27FC236}">
                <a16:creationId xmlns:a16="http://schemas.microsoft.com/office/drawing/2014/main" id="{F37A07B6-29A5-4EB9-3583-076BA23BD1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E908F6-6617-9502-7A6B-F978AA06774E}"/>
              </a:ext>
            </a:extLst>
          </p:cNvPr>
          <p:cNvSpPr>
            <a:spLocks noGrp="1"/>
          </p:cNvSpPr>
          <p:nvPr>
            <p:ph type="sldNum" sz="quarter" idx="12"/>
          </p:nvPr>
        </p:nvSpPr>
        <p:spPr/>
        <p:txBody>
          <a:bodyPr/>
          <a:lstStyle/>
          <a:p>
            <a:fld id="{86C650AA-E073-4289-9F01-B557A45E3C3C}" type="slidenum">
              <a:rPr lang="en-US" smtClean="0"/>
              <a:t>‹#›</a:t>
            </a:fld>
            <a:endParaRPr lang="en-US"/>
          </a:p>
        </p:txBody>
      </p:sp>
    </p:spTree>
    <p:extLst>
      <p:ext uri="{BB962C8B-B14F-4D97-AF65-F5344CB8AC3E}">
        <p14:creationId xmlns:p14="http://schemas.microsoft.com/office/powerpoint/2010/main" val="2013985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2B439-BE9F-A4C1-F70D-BBC3ED58BD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419CED-F4FC-2F18-AB37-94BCC09E7A8C}"/>
              </a:ext>
            </a:extLst>
          </p:cNvPr>
          <p:cNvSpPr>
            <a:spLocks noGrp="1"/>
          </p:cNvSpPr>
          <p:nvPr>
            <p:ph type="dt" sz="half" idx="10"/>
          </p:nvPr>
        </p:nvSpPr>
        <p:spPr/>
        <p:txBody>
          <a:bodyPr/>
          <a:lstStyle/>
          <a:p>
            <a:fld id="{CCCFBFDC-8C43-4E02-8C0F-5DB6F7753B55}" type="datetimeFigureOut">
              <a:rPr lang="en-US" smtClean="0"/>
              <a:t>1/25/25</a:t>
            </a:fld>
            <a:endParaRPr lang="en-US"/>
          </a:p>
        </p:txBody>
      </p:sp>
      <p:sp>
        <p:nvSpPr>
          <p:cNvPr id="4" name="Footer Placeholder 3">
            <a:extLst>
              <a:ext uri="{FF2B5EF4-FFF2-40B4-BE49-F238E27FC236}">
                <a16:creationId xmlns:a16="http://schemas.microsoft.com/office/drawing/2014/main" id="{0126A2E3-EFC4-64EA-8807-EA9B56CEC0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8EA9B0-4C67-EB46-FD35-641E8AF21944}"/>
              </a:ext>
            </a:extLst>
          </p:cNvPr>
          <p:cNvSpPr>
            <a:spLocks noGrp="1"/>
          </p:cNvSpPr>
          <p:nvPr>
            <p:ph type="sldNum" sz="quarter" idx="12"/>
          </p:nvPr>
        </p:nvSpPr>
        <p:spPr/>
        <p:txBody>
          <a:bodyPr/>
          <a:lstStyle/>
          <a:p>
            <a:fld id="{86C650AA-E073-4289-9F01-B557A45E3C3C}" type="slidenum">
              <a:rPr lang="en-US" smtClean="0"/>
              <a:t>‹#›</a:t>
            </a:fld>
            <a:endParaRPr lang="en-US"/>
          </a:p>
        </p:txBody>
      </p:sp>
    </p:spTree>
    <p:extLst>
      <p:ext uri="{BB962C8B-B14F-4D97-AF65-F5344CB8AC3E}">
        <p14:creationId xmlns:p14="http://schemas.microsoft.com/office/powerpoint/2010/main" val="3422037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BA4064-75EF-D91E-BF17-2579150D6547}"/>
              </a:ext>
            </a:extLst>
          </p:cNvPr>
          <p:cNvSpPr>
            <a:spLocks noGrp="1"/>
          </p:cNvSpPr>
          <p:nvPr>
            <p:ph type="dt" sz="half" idx="10"/>
          </p:nvPr>
        </p:nvSpPr>
        <p:spPr/>
        <p:txBody>
          <a:bodyPr/>
          <a:lstStyle/>
          <a:p>
            <a:fld id="{CCCFBFDC-8C43-4E02-8C0F-5DB6F7753B55}" type="datetimeFigureOut">
              <a:rPr lang="en-US" smtClean="0"/>
              <a:t>1/25/25</a:t>
            </a:fld>
            <a:endParaRPr lang="en-US"/>
          </a:p>
        </p:txBody>
      </p:sp>
      <p:sp>
        <p:nvSpPr>
          <p:cNvPr id="3" name="Footer Placeholder 2">
            <a:extLst>
              <a:ext uri="{FF2B5EF4-FFF2-40B4-BE49-F238E27FC236}">
                <a16:creationId xmlns:a16="http://schemas.microsoft.com/office/drawing/2014/main" id="{46BFD321-C1A7-634C-B48C-BDB3D36BAA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F0B919-45C4-130C-9900-7546314CB83E}"/>
              </a:ext>
            </a:extLst>
          </p:cNvPr>
          <p:cNvSpPr>
            <a:spLocks noGrp="1"/>
          </p:cNvSpPr>
          <p:nvPr>
            <p:ph type="sldNum" sz="quarter" idx="12"/>
          </p:nvPr>
        </p:nvSpPr>
        <p:spPr/>
        <p:txBody>
          <a:bodyPr/>
          <a:lstStyle/>
          <a:p>
            <a:fld id="{86C650AA-E073-4289-9F01-B557A45E3C3C}" type="slidenum">
              <a:rPr lang="en-US" smtClean="0"/>
              <a:t>‹#›</a:t>
            </a:fld>
            <a:endParaRPr lang="en-US"/>
          </a:p>
        </p:txBody>
      </p:sp>
    </p:spTree>
    <p:extLst>
      <p:ext uri="{BB962C8B-B14F-4D97-AF65-F5344CB8AC3E}">
        <p14:creationId xmlns:p14="http://schemas.microsoft.com/office/powerpoint/2010/main" val="878244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7DAA2-50B8-6B51-0626-6F54A04381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902BD1-CA76-F5B3-179E-F5E8DE50BD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2DCD57-2A2A-E767-3F5A-F08DA74ABE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78C411-951C-8734-074F-C57996A61AB5}"/>
              </a:ext>
            </a:extLst>
          </p:cNvPr>
          <p:cNvSpPr>
            <a:spLocks noGrp="1"/>
          </p:cNvSpPr>
          <p:nvPr>
            <p:ph type="dt" sz="half" idx="10"/>
          </p:nvPr>
        </p:nvSpPr>
        <p:spPr/>
        <p:txBody>
          <a:bodyPr/>
          <a:lstStyle/>
          <a:p>
            <a:fld id="{CCCFBFDC-8C43-4E02-8C0F-5DB6F7753B55}" type="datetimeFigureOut">
              <a:rPr lang="en-US" smtClean="0"/>
              <a:t>1/25/25</a:t>
            </a:fld>
            <a:endParaRPr lang="en-US"/>
          </a:p>
        </p:txBody>
      </p:sp>
      <p:sp>
        <p:nvSpPr>
          <p:cNvPr id="6" name="Footer Placeholder 5">
            <a:extLst>
              <a:ext uri="{FF2B5EF4-FFF2-40B4-BE49-F238E27FC236}">
                <a16:creationId xmlns:a16="http://schemas.microsoft.com/office/drawing/2014/main" id="{1EA7100D-3D6F-3F30-E790-6048DF8A3C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9E8409-D41D-2F51-96E7-61423F9B88DB}"/>
              </a:ext>
            </a:extLst>
          </p:cNvPr>
          <p:cNvSpPr>
            <a:spLocks noGrp="1"/>
          </p:cNvSpPr>
          <p:nvPr>
            <p:ph type="sldNum" sz="quarter" idx="12"/>
          </p:nvPr>
        </p:nvSpPr>
        <p:spPr/>
        <p:txBody>
          <a:bodyPr/>
          <a:lstStyle/>
          <a:p>
            <a:fld id="{86C650AA-E073-4289-9F01-B557A45E3C3C}" type="slidenum">
              <a:rPr lang="en-US" smtClean="0"/>
              <a:t>‹#›</a:t>
            </a:fld>
            <a:endParaRPr lang="en-US"/>
          </a:p>
        </p:txBody>
      </p:sp>
    </p:spTree>
    <p:extLst>
      <p:ext uri="{BB962C8B-B14F-4D97-AF65-F5344CB8AC3E}">
        <p14:creationId xmlns:p14="http://schemas.microsoft.com/office/powerpoint/2010/main" val="3581573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ABF41-FA8B-78AF-8C4F-80C9A02B29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404F1C-4A5A-4147-2B6F-A79906DA18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88FFB8-E00A-1C6C-AE6D-887840C001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4133F-D883-8CF1-9378-7CAC11748C0F}"/>
              </a:ext>
            </a:extLst>
          </p:cNvPr>
          <p:cNvSpPr>
            <a:spLocks noGrp="1"/>
          </p:cNvSpPr>
          <p:nvPr>
            <p:ph type="dt" sz="half" idx="10"/>
          </p:nvPr>
        </p:nvSpPr>
        <p:spPr/>
        <p:txBody>
          <a:bodyPr/>
          <a:lstStyle/>
          <a:p>
            <a:fld id="{CCCFBFDC-8C43-4E02-8C0F-5DB6F7753B55}" type="datetimeFigureOut">
              <a:rPr lang="en-US" smtClean="0"/>
              <a:t>1/25/25</a:t>
            </a:fld>
            <a:endParaRPr lang="en-US"/>
          </a:p>
        </p:txBody>
      </p:sp>
      <p:sp>
        <p:nvSpPr>
          <p:cNvPr id="6" name="Footer Placeholder 5">
            <a:extLst>
              <a:ext uri="{FF2B5EF4-FFF2-40B4-BE49-F238E27FC236}">
                <a16:creationId xmlns:a16="http://schemas.microsoft.com/office/drawing/2014/main" id="{2AAC0CF3-DB01-AACC-4066-579ACF48E1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077CE6-A4FB-03DA-AE00-DD61E5ABA8B8}"/>
              </a:ext>
            </a:extLst>
          </p:cNvPr>
          <p:cNvSpPr>
            <a:spLocks noGrp="1"/>
          </p:cNvSpPr>
          <p:nvPr>
            <p:ph type="sldNum" sz="quarter" idx="12"/>
          </p:nvPr>
        </p:nvSpPr>
        <p:spPr/>
        <p:txBody>
          <a:bodyPr/>
          <a:lstStyle/>
          <a:p>
            <a:fld id="{86C650AA-E073-4289-9F01-B557A45E3C3C}" type="slidenum">
              <a:rPr lang="en-US" smtClean="0"/>
              <a:t>‹#›</a:t>
            </a:fld>
            <a:endParaRPr lang="en-US"/>
          </a:p>
        </p:txBody>
      </p:sp>
    </p:spTree>
    <p:extLst>
      <p:ext uri="{BB962C8B-B14F-4D97-AF65-F5344CB8AC3E}">
        <p14:creationId xmlns:p14="http://schemas.microsoft.com/office/powerpoint/2010/main" val="2200849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32064-ECEC-A7F3-3E86-56B079A594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BC3FC5-35C1-53B5-CC6F-2FB4D03FAD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C1B477-81EA-61EB-AF22-9D85CB943D85}"/>
              </a:ext>
            </a:extLst>
          </p:cNvPr>
          <p:cNvSpPr>
            <a:spLocks noGrp="1"/>
          </p:cNvSpPr>
          <p:nvPr>
            <p:ph type="dt" sz="half" idx="10"/>
          </p:nvPr>
        </p:nvSpPr>
        <p:spPr/>
        <p:txBody>
          <a:bodyPr/>
          <a:lstStyle/>
          <a:p>
            <a:fld id="{CCCFBFDC-8C43-4E02-8C0F-5DB6F7753B55}" type="datetimeFigureOut">
              <a:rPr lang="en-US" smtClean="0"/>
              <a:t>1/25/25</a:t>
            </a:fld>
            <a:endParaRPr lang="en-US"/>
          </a:p>
        </p:txBody>
      </p:sp>
      <p:sp>
        <p:nvSpPr>
          <p:cNvPr id="5" name="Footer Placeholder 4">
            <a:extLst>
              <a:ext uri="{FF2B5EF4-FFF2-40B4-BE49-F238E27FC236}">
                <a16:creationId xmlns:a16="http://schemas.microsoft.com/office/drawing/2014/main" id="{6E847A62-48F9-9701-9B8E-91711DCC0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CB1326-0F5A-C5FC-A37E-6E98C9B2996F}"/>
              </a:ext>
            </a:extLst>
          </p:cNvPr>
          <p:cNvSpPr>
            <a:spLocks noGrp="1"/>
          </p:cNvSpPr>
          <p:nvPr>
            <p:ph type="sldNum" sz="quarter" idx="12"/>
          </p:nvPr>
        </p:nvSpPr>
        <p:spPr/>
        <p:txBody>
          <a:bodyPr/>
          <a:lstStyle/>
          <a:p>
            <a:fld id="{86C650AA-E073-4289-9F01-B557A45E3C3C}" type="slidenum">
              <a:rPr lang="en-US" smtClean="0"/>
              <a:t>‹#›</a:t>
            </a:fld>
            <a:endParaRPr lang="en-US"/>
          </a:p>
        </p:txBody>
      </p:sp>
    </p:spTree>
    <p:extLst>
      <p:ext uri="{BB962C8B-B14F-4D97-AF65-F5344CB8AC3E}">
        <p14:creationId xmlns:p14="http://schemas.microsoft.com/office/powerpoint/2010/main" val="1642591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25B7B0-5B99-566B-AA7D-2F3D43ADC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305089-F9D9-4FE5-C5FC-00EC67C063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2439BB-98C2-AEA4-4A50-2DCBC385B13D}"/>
              </a:ext>
            </a:extLst>
          </p:cNvPr>
          <p:cNvSpPr>
            <a:spLocks noGrp="1"/>
          </p:cNvSpPr>
          <p:nvPr>
            <p:ph type="dt" sz="half" idx="10"/>
          </p:nvPr>
        </p:nvSpPr>
        <p:spPr/>
        <p:txBody>
          <a:bodyPr/>
          <a:lstStyle/>
          <a:p>
            <a:fld id="{CCCFBFDC-8C43-4E02-8C0F-5DB6F7753B55}" type="datetimeFigureOut">
              <a:rPr lang="en-US" smtClean="0"/>
              <a:t>1/25/25</a:t>
            </a:fld>
            <a:endParaRPr lang="en-US"/>
          </a:p>
        </p:txBody>
      </p:sp>
      <p:sp>
        <p:nvSpPr>
          <p:cNvPr id="5" name="Footer Placeholder 4">
            <a:extLst>
              <a:ext uri="{FF2B5EF4-FFF2-40B4-BE49-F238E27FC236}">
                <a16:creationId xmlns:a16="http://schemas.microsoft.com/office/drawing/2014/main" id="{83692E60-5457-BE51-BF0C-C1E15DCC7D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74964-AC0E-D7C9-703F-59728DF74DDE}"/>
              </a:ext>
            </a:extLst>
          </p:cNvPr>
          <p:cNvSpPr>
            <a:spLocks noGrp="1"/>
          </p:cNvSpPr>
          <p:nvPr>
            <p:ph type="sldNum" sz="quarter" idx="12"/>
          </p:nvPr>
        </p:nvSpPr>
        <p:spPr/>
        <p:txBody>
          <a:bodyPr/>
          <a:lstStyle/>
          <a:p>
            <a:fld id="{86C650AA-E073-4289-9F01-B557A45E3C3C}" type="slidenum">
              <a:rPr lang="en-US" smtClean="0"/>
              <a:t>‹#›</a:t>
            </a:fld>
            <a:endParaRPr lang="en-US"/>
          </a:p>
        </p:txBody>
      </p:sp>
    </p:spTree>
    <p:extLst>
      <p:ext uri="{BB962C8B-B14F-4D97-AF65-F5344CB8AC3E}">
        <p14:creationId xmlns:p14="http://schemas.microsoft.com/office/powerpoint/2010/main" val="3345850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EAFC97-56BA-12C4-836D-F8801046BF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AD05DD-7D2B-5ABA-54A2-9D28F1B648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02B4A13-C401-FCD4-D784-B89D470445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badi" panose="020B0604020104020204" pitchFamily="34" charset="0"/>
              </a:defRPr>
            </a:lvl1pPr>
          </a:lstStyle>
          <a:p>
            <a:fld id="{CCCFBFDC-8C43-4E02-8C0F-5DB6F7753B55}" type="datetimeFigureOut">
              <a:rPr lang="en-US" smtClean="0"/>
              <a:pPr/>
              <a:t>1/25/25</a:t>
            </a:fld>
            <a:endParaRPr lang="en-US" dirty="0"/>
          </a:p>
        </p:txBody>
      </p:sp>
      <p:sp>
        <p:nvSpPr>
          <p:cNvPr id="5" name="Footer Placeholder 4">
            <a:extLst>
              <a:ext uri="{FF2B5EF4-FFF2-40B4-BE49-F238E27FC236}">
                <a16:creationId xmlns:a16="http://schemas.microsoft.com/office/drawing/2014/main" id="{08E6AE71-75FF-2EA6-A748-DFD9CCB52D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badi" panose="020B0604020104020204" pitchFamily="34" charset="0"/>
              </a:defRPr>
            </a:lvl1pPr>
          </a:lstStyle>
          <a:p>
            <a:endParaRPr lang="en-US" dirty="0"/>
          </a:p>
        </p:txBody>
      </p:sp>
      <p:sp>
        <p:nvSpPr>
          <p:cNvPr id="6" name="Slide Number Placeholder 5">
            <a:extLst>
              <a:ext uri="{FF2B5EF4-FFF2-40B4-BE49-F238E27FC236}">
                <a16:creationId xmlns:a16="http://schemas.microsoft.com/office/drawing/2014/main" id="{DEA67114-2519-A768-B009-9F6A53B82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badi" panose="020B0604020104020204" pitchFamily="34" charset="0"/>
              </a:defRPr>
            </a:lvl1pPr>
          </a:lstStyle>
          <a:p>
            <a:fld id="{86C650AA-E073-4289-9F01-B557A45E3C3C}" type="slidenum">
              <a:rPr lang="en-US" smtClean="0"/>
              <a:pPr/>
              <a:t>‹#›</a:t>
            </a:fld>
            <a:endParaRPr lang="en-US" dirty="0"/>
          </a:p>
        </p:txBody>
      </p:sp>
    </p:spTree>
    <p:extLst>
      <p:ext uri="{BB962C8B-B14F-4D97-AF65-F5344CB8AC3E}">
        <p14:creationId xmlns:p14="http://schemas.microsoft.com/office/powerpoint/2010/main" val="1770795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Abadi" panose="020B0604020104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badi" panose="020B06040201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badi" panose="020B06040201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badi" panose="020B06040201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panose="020B06040201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panose="020B06040201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2EB63-BD9D-AE12-E77F-88975462073E}"/>
              </a:ext>
            </a:extLst>
          </p:cNvPr>
          <p:cNvSpPr>
            <a:spLocks noGrp="1"/>
          </p:cNvSpPr>
          <p:nvPr>
            <p:ph type="ctrTitle"/>
          </p:nvPr>
        </p:nvSpPr>
        <p:spPr/>
        <p:txBody>
          <a:bodyPr/>
          <a:lstStyle/>
          <a:p>
            <a:r>
              <a:rPr lang="en-US" dirty="0"/>
              <a:t>New TKIs: What to watch?</a:t>
            </a:r>
          </a:p>
        </p:txBody>
      </p:sp>
      <p:sp>
        <p:nvSpPr>
          <p:cNvPr id="3" name="Subtitle 2">
            <a:extLst>
              <a:ext uri="{FF2B5EF4-FFF2-40B4-BE49-F238E27FC236}">
                <a16:creationId xmlns:a16="http://schemas.microsoft.com/office/drawing/2014/main" id="{E6BB756B-A955-27BE-94B3-32F5203D7EDF}"/>
              </a:ext>
            </a:extLst>
          </p:cNvPr>
          <p:cNvSpPr>
            <a:spLocks noGrp="1"/>
          </p:cNvSpPr>
          <p:nvPr>
            <p:ph type="subTitle" idx="1"/>
          </p:nvPr>
        </p:nvSpPr>
        <p:spPr/>
        <p:txBody>
          <a:bodyPr/>
          <a:lstStyle/>
          <a:p>
            <a:r>
              <a:rPr lang="en-US" dirty="0"/>
              <a:t>Gregory Riely </a:t>
            </a:r>
          </a:p>
        </p:txBody>
      </p:sp>
    </p:spTree>
    <p:extLst>
      <p:ext uri="{BB962C8B-B14F-4D97-AF65-F5344CB8AC3E}">
        <p14:creationId xmlns:p14="http://schemas.microsoft.com/office/powerpoint/2010/main" val="1465637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57BB-0EBD-609D-69B2-B68A537DBA1A}"/>
              </a:ext>
            </a:extLst>
          </p:cNvPr>
          <p:cNvSpPr>
            <a:spLocks noGrp="1"/>
          </p:cNvSpPr>
          <p:nvPr>
            <p:ph type="title"/>
          </p:nvPr>
        </p:nvSpPr>
        <p:spPr/>
        <p:txBody>
          <a:bodyPr/>
          <a:lstStyle/>
          <a:p>
            <a:r>
              <a:rPr lang="en-US" dirty="0"/>
              <a:t>Agenda</a:t>
            </a:r>
          </a:p>
        </p:txBody>
      </p:sp>
      <p:sp>
        <p:nvSpPr>
          <p:cNvPr id="4" name="Rectangle 1">
            <a:extLst>
              <a:ext uri="{FF2B5EF4-FFF2-40B4-BE49-F238E27FC236}">
                <a16:creationId xmlns:a16="http://schemas.microsoft.com/office/drawing/2014/main" id="{FBE5039D-D94F-315A-00F1-44C2DE022832}"/>
              </a:ext>
            </a:extLst>
          </p:cNvPr>
          <p:cNvSpPr>
            <a:spLocks noGrp="1" noChangeArrowheads="1"/>
          </p:cNvSpPr>
          <p:nvPr>
            <p:ph idx="1"/>
          </p:nvPr>
        </p:nvSpPr>
        <p:spPr bwMode="auto">
          <a:xfrm>
            <a:off x="838200" y="1501189"/>
            <a:ext cx="7643439"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688975" lvl="3" indent="-231775" eaLnBrk="0" fontAlgn="base" hangingPunct="0">
              <a:lnSpc>
                <a:spcPct val="100000"/>
              </a:lnSpc>
              <a:spcBef>
                <a:spcPct val="0"/>
              </a:spcBef>
              <a:spcAft>
                <a:spcPct val="0"/>
              </a:spcAft>
            </a:pPr>
            <a:r>
              <a:rPr kumimoji="0" lang="en-US" altLang="en-US" sz="4400" b="0" i="0" u="none" strike="noStrike" cap="none" normalizeH="0" baseline="0" dirty="0">
                <a:ln>
                  <a:noFill/>
                </a:ln>
                <a:solidFill>
                  <a:srgbClr val="000000"/>
                </a:solidFill>
                <a:effectLst/>
                <a:latin typeface="Abadi" panose="020B0604020104020204" pitchFamily="34" charset="0"/>
                <a:ea typeface="Times New Roman" panose="02020603050405020304" pitchFamily="18" charset="0"/>
                <a:cs typeface="Calibri" panose="020F0502020204030204" pitchFamily="34" charset="0"/>
              </a:rPr>
              <a:t>Synthetic Lethal approaches</a:t>
            </a:r>
          </a:p>
          <a:p>
            <a:pPr marL="688975" lvl="3" indent="-231775" eaLnBrk="0" fontAlgn="base" hangingPunct="0">
              <a:lnSpc>
                <a:spcPct val="100000"/>
              </a:lnSpc>
              <a:spcBef>
                <a:spcPct val="0"/>
              </a:spcBef>
              <a:spcAft>
                <a:spcPct val="0"/>
              </a:spcAft>
            </a:pPr>
            <a:r>
              <a:rPr kumimoji="0" lang="en-US" altLang="en-US" sz="4400" b="0" i="0" u="none" strike="noStrike" cap="none" normalizeH="0" baseline="0" dirty="0">
                <a:ln>
                  <a:noFill/>
                </a:ln>
                <a:solidFill>
                  <a:srgbClr val="000000"/>
                </a:solidFill>
                <a:effectLst/>
                <a:latin typeface="Abadi" panose="020B0604020104020204" pitchFamily="34" charset="0"/>
                <a:ea typeface="Times New Roman" panose="02020603050405020304" pitchFamily="18" charset="0"/>
                <a:cs typeface="Calibri" panose="020F0502020204030204" pitchFamily="34" charset="0"/>
              </a:rPr>
              <a:t>SMARCA4 alterations</a:t>
            </a:r>
          </a:p>
          <a:p>
            <a:pPr lvl="1" eaLnBrk="0" fontAlgn="base" hangingPunct="0">
              <a:lnSpc>
                <a:spcPct val="100000"/>
              </a:lnSpc>
              <a:spcBef>
                <a:spcPct val="0"/>
              </a:spcBef>
              <a:spcAft>
                <a:spcPct val="0"/>
              </a:spcAft>
            </a:pPr>
            <a:r>
              <a:rPr kumimoji="0" lang="en-US" altLang="en-US" sz="4400" b="0" i="1" u="none" strike="noStrike" cap="none" normalizeH="0" baseline="0" dirty="0">
                <a:ln>
                  <a:noFill/>
                </a:ln>
                <a:solidFill>
                  <a:srgbClr val="000000"/>
                </a:solidFill>
                <a:effectLst/>
                <a:latin typeface="Abadi" panose="020B0604020104020204" pitchFamily="34" charset="0"/>
                <a:ea typeface="Times New Roman" panose="02020603050405020304" pitchFamily="18" charset="0"/>
                <a:cs typeface="Calibri" panose="020F0502020204030204" pitchFamily="34" charset="0"/>
              </a:rPr>
              <a:t>MTAP</a:t>
            </a:r>
            <a:r>
              <a:rPr kumimoji="0" lang="en-US" altLang="en-US" sz="4400" b="0" i="0" u="none" strike="noStrike" cap="none" normalizeH="0" baseline="0" dirty="0">
                <a:ln>
                  <a:noFill/>
                </a:ln>
                <a:solidFill>
                  <a:srgbClr val="000000"/>
                </a:solidFill>
                <a:effectLst/>
                <a:latin typeface="Abadi" panose="020B0604020104020204" pitchFamily="34" charset="0"/>
                <a:ea typeface="Times New Roman" panose="02020603050405020304" pitchFamily="18" charset="0"/>
                <a:cs typeface="Calibri" panose="020F0502020204030204" pitchFamily="34" charset="0"/>
              </a:rPr>
              <a:t> deletions</a:t>
            </a:r>
            <a:endParaRPr kumimoji="0" lang="en-US" altLang="en-US" sz="4400" b="0" i="0" u="none" strike="noStrike" cap="none" normalizeH="0" baseline="0" dirty="0">
              <a:ln>
                <a:noFill/>
              </a:ln>
              <a:solidFill>
                <a:schemeClr val="tx1"/>
              </a:solidFill>
              <a:effectLst/>
              <a:latin typeface="Abadi" panose="020B0604020104020204" pitchFamily="34" charset="0"/>
            </a:endParaRPr>
          </a:p>
          <a:p>
            <a:pPr lvl="1" eaLnBrk="0" fontAlgn="base" hangingPunct="0">
              <a:lnSpc>
                <a:spcPct val="100000"/>
              </a:lnSpc>
              <a:spcBef>
                <a:spcPct val="0"/>
              </a:spcBef>
              <a:spcAft>
                <a:spcPct val="0"/>
              </a:spcAft>
            </a:pPr>
            <a:r>
              <a:rPr kumimoji="0" lang="en-US" altLang="en-US" sz="4400" b="0" i="0" u="none" strike="noStrike" cap="none" normalizeH="0" baseline="0" dirty="0">
                <a:ln>
                  <a:noFill/>
                </a:ln>
                <a:solidFill>
                  <a:srgbClr val="000000"/>
                </a:solidFill>
                <a:effectLst/>
                <a:latin typeface="Abadi" panose="020B0604020104020204" pitchFamily="34" charset="0"/>
                <a:ea typeface="Times New Roman" panose="02020603050405020304" pitchFamily="18" charset="0"/>
                <a:cs typeface="Calibri" panose="020F0502020204030204" pitchFamily="34" charset="0"/>
              </a:rPr>
              <a:t>TP53 targeting</a:t>
            </a:r>
            <a:endParaRPr kumimoji="0" lang="en-US" altLang="en-US" sz="4400" b="0" i="0" u="none" strike="noStrike" cap="none" normalizeH="0" baseline="0" dirty="0">
              <a:ln>
                <a:noFill/>
              </a:ln>
              <a:solidFill>
                <a:schemeClr val="tx1"/>
              </a:solidFill>
              <a:effectLst/>
              <a:latin typeface="Abadi" panose="020B0604020104020204" pitchFamily="34" charset="0"/>
            </a:endParaRPr>
          </a:p>
        </p:txBody>
      </p:sp>
    </p:spTree>
    <p:extLst>
      <p:ext uri="{BB962C8B-B14F-4D97-AF65-F5344CB8AC3E}">
        <p14:creationId xmlns:p14="http://schemas.microsoft.com/office/powerpoint/2010/main" val="2364587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AEC63-6D2B-E89E-117A-5E4E8244FFE6}"/>
              </a:ext>
            </a:extLst>
          </p:cNvPr>
          <p:cNvSpPr>
            <a:spLocks noGrp="1"/>
          </p:cNvSpPr>
          <p:nvPr>
            <p:ph type="title"/>
          </p:nvPr>
        </p:nvSpPr>
        <p:spPr/>
        <p:txBody>
          <a:bodyPr/>
          <a:lstStyle/>
          <a:p>
            <a:r>
              <a:rPr lang="en-US" dirty="0"/>
              <a:t>A bit of a pedantic tangent…	</a:t>
            </a:r>
          </a:p>
        </p:txBody>
      </p:sp>
      <p:sp>
        <p:nvSpPr>
          <p:cNvPr id="3" name="Content Placeholder 2">
            <a:extLst>
              <a:ext uri="{FF2B5EF4-FFF2-40B4-BE49-F238E27FC236}">
                <a16:creationId xmlns:a16="http://schemas.microsoft.com/office/drawing/2014/main" id="{0AFB555F-0B1A-45AC-0469-FFD869BB286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01853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5870C54-1AD1-5C41-D747-3D3A436183D7}"/>
              </a:ext>
            </a:extLst>
          </p:cNvPr>
          <p:cNvSpPr txBox="1"/>
          <p:nvPr/>
        </p:nvSpPr>
        <p:spPr>
          <a:xfrm>
            <a:off x="4062714" y="1319513"/>
            <a:ext cx="2890535" cy="1446550"/>
          </a:xfrm>
          <a:prstGeom prst="rect">
            <a:avLst/>
          </a:prstGeom>
          <a:noFill/>
        </p:spPr>
        <p:txBody>
          <a:bodyPr wrap="none" rtlCol="0">
            <a:spAutoFit/>
          </a:bodyPr>
          <a:lstStyle/>
          <a:p>
            <a:r>
              <a:rPr lang="en-US" sz="8800" dirty="0">
                <a:latin typeface="Courier New" panose="02070309020205020404" pitchFamily="49" charset="0"/>
                <a:cs typeface="Courier New" panose="02070309020205020404" pitchFamily="49" charset="0"/>
              </a:rPr>
              <a:t>TKIs</a:t>
            </a:r>
          </a:p>
        </p:txBody>
      </p:sp>
    </p:spTree>
    <p:extLst>
      <p:ext uri="{BB962C8B-B14F-4D97-AF65-F5344CB8AC3E}">
        <p14:creationId xmlns:p14="http://schemas.microsoft.com/office/powerpoint/2010/main" val="2983961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5870C54-1AD1-5C41-D747-3D3A436183D7}"/>
              </a:ext>
            </a:extLst>
          </p:cNvPr>
          <p:cNvSpPr txBox="1"/>
          <p:nvPr/>
        </p:nvSpPr>
        <p:spPr>
          <a:xfrm>
            <a:off x="2621331" y="1351508"/>
            <a:ext cx="6949338" cy="4154984"/>
          </a:xfrm>
          <a:prstGeom prst="rect">
            <a:avLst/>
          </a:prstGeom>
          <a:noFill/>
        </p:spPr>
        <p:txBody>
          <a:bodyPr wrap="none" rtlCol="0">
            <a:spAutoFit/>
          </a:bodyPr>
          <a:lstStyle/>
          <a:p>
            <a:r>
              <a:rPr lang="en-US" sz="8800" b="1" dirty="0">
                <a:latin typeface="Courier New" panose="02070309020205020404" pitchFamily="49" charset="0"/>
                <a:cs typeface="Courier New" panose="02070309020205020404" pitchFamily="49" charset="0"/>
              </a:rPr>
              <a:t>Tyrosine</a:t>
            </a:r>
          </a:p>
          <a:p>
            <a:r>
              <a:rPr lang="en-US" sz="8800" b="1" dirty="0">
                <a:latin typeface="Courier New" panose="02070309020205020404" pitchFamily="49" charset="0"/>
                <a:cs typeface="Courier New" panose="02070309020205020404" pitchFamily="49" charset="0"/>
              </a:rPr>
              <a:t>Kinase</a:t>
            </a:r>
            <a:r>
              <a:rPr lang="en-US" sz="8800" dirty="0">
                <a:latin typeface="Courier New" panose="02070309020205020404" pitchFamily="49" charset="0"/>
                <a:cs typeface="Courier New" panose="02070309020205020404" pitchFamily="49" charset="0"/>
              </a:rPr>
              <a:t> </a:t>
            </a:r>
          </a:p>
          <a:p>
            <a:r>
              <a:rPr lang="en-US" sz="8800" dirty="0">
                <a:latin typeface="Courier New" panose="02070309020205020404" pitchFamily="49" charset="0"/>
                <a:cs typeface="Courier New" panose="02070309020205020404" pitchFamily="49" charset="0"/>
              </a:rPr>
              <a:t>Inhibitors</a:t>
            </a:r>
          </a:p>
        </p:txBody>
      </p:sp>
    </p:spTree>
    <p:extLst>
      <p:ext uri="{BB962C8B-B14F-4D97-AF65-F5344CB8AC3E}">
        <p14:creationId xmlns:p14="http://schemas.microsoft.com/office/powerpoint/2010/main" val="100296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8E4E8BF-8B17-D2B7-12F5-A65F6BAF6741}"/>
              </a:ext>
            </a:extLst>
          </p:cNvPr>
          <p:cNvSpPr>
            <a:spLocks noGrp="1"/>
          </p:cNvSpPr>
          <p:nvPr>
            <p:ph sz="half" idx="1"/>
          </p:nvPr>
        </p:nvSpPr>
        <p:spPr>
          <a:xfrm>
            <a:off x="838200" y="132347"/>
            <a:ext cx="6693568" cy="6725653"/>
          </a:xfrm>
        </p:spPr>
        <p:txBody>
          <a:bodyPr>
            <a:normAutofit lnSpcReduction="10000"/>
          </a:bodyPr>
          <a:lstStyle/>
          <a:p>
            <a:pPr marL="0" indent="0">
              <a:buNone/>
            </a:pPr>
            <a:r>
              <a:rPr lang="en-US" sz="3900" b="1" dirty="0"/>
              <a:t>Tyrosine Kinase Inhibitors</a:t>
            </a:r>
          </a:p>
          <a:p>
            <a:endParaRPr lang="en-US" dirty="0"/>
          </a:p>
          <a:p>
            <a:r>
              <a:rPr lang="en-US" dirty="0"/>
              <a:t>Gefitinib</a:t>
            </a:r>
          </a:p>
          <a:p>
            <a:r>
              <a:rPr lang="en-US" dirty="0"/>
              <a:t>Erlotinib </a:t>
            </a:r>
          </a:p>
          <a:p>
            <a:r>
              <a:rPr lang="en-US" dirty="0"/>
              <a:t>Osimertinib</a:t>
            </a:r>
          </a:p>
          <a:p>
            <a:r>
              <a:rPr lang="en-US" dirty="0"/>
              <a:t>Alectinib</a:t>
            </a:r>
          </a:p>
          <a:p>
            <a:r>
              <a:rPr lang="en-US" dirty="0"/>
              <a:t>Lorlatinib</a:t>
            </a:r>
          </a:p>
          <a:p>
            <a:r>
              <a:rPr lang="en-US" dirty="0"/>
              <a:t>Crizotinib</a:t>
            </a:r>
          </a:p>
          <a:p>
            <a:r>
              <a:rPr lang="en-US" dirty="0"/>
              <a:t>Brigatinib</a:t>
            </a:r>
          </a:p>
          <a:p>
            <a:r>
              <a:rPr lang="en-US" dirty="0" err="1"/>
              <a:t>Capmatinib</a:t>
            </a:r>
            <a:endParaRPr lang="en-US" dirty="0"/>
          </a:p>
          <a:p>
            <a:r>
              <a:rPr lang="en-US" dirty="0" err="1"/>
              <a:t>Tepotinib</a:t>
            </a:r>
            <a:endParaRPr lang="en-US" dirty="0"/>
          </a:p>
          <a:p>
            <a:r>
              <a:rPr lang="en-US" dirty="0"/>
              <a:t>Repotrectinib</a:t>
            </a:r>
          </a:p>
          <a:p>
            <a:r>
              <a:rPr lang="en-US" dirty="0"/>
              <a:t>Entrectinib</a:t>
            </a:r>
          </a:p>
          <a:p>
            <a:endParaRPr lang="en-US" dirty="0"/>
          </a:p>
        </p:txBody>
      </p:sp>
      <p:sp>
        <p:nvSpPr>
          <p:cNvPr id="9" name="Right Brace 8">
            <a:extLst>
              <a:ext uri="{FF2B5EF4-FFF2-40B4-BE49-F238E27FC236}">
                <a16:creationId xmlns:a16="http://schemas.microsoft.com/office/drawing/2014/main" id="{5C1A7181-922E-B98D-4BC8-9369ACA4AEB1}"/>
              </a:ext>
            </a:extLst>
          </p:cNvPr>
          <p:cNvSpPr/>
          <p:nvPr/>
        </p:nvSpPr>
        <p:spPr>
          <a:xfrm>
            <a:off x="3460830" y="1184272"/>
            <a:ext cx="335666" cy="1296365"/>
          </a:xfrm>
          <a:prstGeom prst="rightBrace">
            <a:avLst>
              <a:gd name="adj1" fmla="val 8333"/>
              <a:gd name="adj2" fmla="val 4910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badi" panose="020B0604020104020204" pitchFamily="34" charset="0"/>
            </a:endParaRPr>
          </a:p>
        </p:txBody>
      </p:sp>
      <p:sp>
        <p:nvSpPr>
          <p:cNvPr id="10" name="Right Brace 9">
            <a:extLst>
              <a:ext uri="{FF2B5EF4-FFF2-40B4-BE49-F238E27FC236}">
                <a16:creationId xmlns:a16="http://schemas.microsoft.com/office/drawing/2014/main" id="{9B7F2014-AAA6-BDD4-BA19-803595ACF144}"/>
              </a:ext>
            </a:extLst>
          </p:cNvPr>
          <p:cNvSpPr/>
          <p:nvPr/>
        </p:nvSpPr>
        <p:spPr>
          <a:xfrm>
            <a:off x="3460830" y="2586737"/>
            <a:ext cx="335666" cy="1583804"/>
          </a:xfrm>
          <a:prstGeom prst="rightBrace">
            <a:avLst>
              <a:gd name="adj1" fmla="val 8333"/>
              <a:gd name="adj2" fmla="val 4910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badi" panose="020B0604020104020204" pitchFamily="34" charset="0"/>
            </a:endParaRPr>
          </a:p>
        </p:txBody>
      </p:sp>
      <p:sp>
        <p:nvSpPr>
          <p:cNvPr id="11" name="Right Brace 10">
            <a:extLst>
              <a:ext uri="{FF2B5EF4-FFF2-40B4-BE49-F238E27FC236}">
                <a16:creationId xmlns:a16="http://schemas.microsoft.com/office/drawing/2014/main" id="{FEDD070A-D34B-FC13-5825-24AECBF12D0C}"/>
              </a:ext>
            </a:extLst>
          </p:cNvPr>
          <p:cNvSpPr/>
          <p:nvPr/>
        </p:nvSpPr>
        <p:spPr>
          <a:xfrm>
            <a:off x="3460830" y="4276641"/>
            <a:ext cx="335666" cy="958770"/>
          </a:xfrm>
          <a:prstGeom prst="rightBrace">
            <a:avLst>
              <a:gd name="adj1" fmla="val 8333"/>
              <a:gd name="adj2" fmla="val 4910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badi" panose="020B0604020104020204" pitchFamily="34" charset="0"/>
            </a:endParaRPr>
          </a:p>
        </p:txBody>
      </p:sp>
      <p:sp>
        <p:nvSpPr>
          <p:cNvPr id="12" name="Right Brace 11">
            <a:extLst>
              <a:ext uri="{FF2B5EF4-FFF2-40B4-BE49-F238E27FC236}">
                <a16:creationId xmlns:a16="http://schemas.microsoft.com/office/drawing/2014/main" id="{844B2205-A568-47AF-6D60-EF02438A5AF9}"/>
              </a:ext>
            </a:extLst>
          </p:cNvPr>
          <p:cNvSpPr/>
          <p:nvPr/>
        </p:nvSpPr>
        <p:spPr>
          <a:xfrm>
            <a:off x="3452149" y="5341511"/>
            <a:ext cx="335666" cy="931704"/>
          </a:xfrm>
          <a:prstGeom prst="rightBrace">
            <a:avLst>
              <a:gd name="adj1" fmla="val 8333"/>
              <a:gd name="adj2" fmla="val 4910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badi" panose="020B0604020104020204" pitchFamily="34" charset="0"/>
            </a:endParaRPr>
          </a:p>
        </p:txBody>
      </p:sp>
      <p:sp>
        <p:nvSpPr>
          <p:cNvPr id="13" name="TextBox 12">
            <a:extLst>
              <a:ext uri="{FF2B5EF4-FFF2-40B4-BE49-F238E27FC236}">
                <a16:creationId xmlns:a16="http://schemas.microsoft.com/office/drawing/2014/main" id="{9F1405EE-7D47-10A6-E428-EB170B4EF517}"/>
              </a:ext>
            </a:extLst>
          </p:cNvPr>
          <p:cNvSpPr txBox="1"/>
          <p:nvPr/>
        </p:nvSpPr>
        <p:spPr>
          <a:xfrm>
            <a:off x="3873806" y="1564297"/>
            <a:ext cx="5444119" cy="523220"/>
          </a:xfrm>
          <a:prstGeom prst="rect">
            <a:avLst/>
          </a:prstGeom>
          <a:noFill/>
        </p:spPr>
        <p:txBody>
          <a:bodyPr wrap="none" rtlCol="0">
            <a:spAutoFit/>
          </a:bodyPr>
          <a:lstStyle/>
          <a:p>
            <a:r>
              <a:rPr lang="en-US" sz="2400" dirty="0">
                <a:latin typeface="Abadi" panose="020B0604020104020204" pitchFamily="34" charset="0"/>
              </a:rPr>
              <a:t>Inhibit the </a:t>
            </a:r>
            <a:r>
              <a:rPr lang="en-US" sz="2800" b="1" dirty="0">
                <a:latin typeface="Abadi" panose="020B0604020104020204" pitchFamily="34" charset="0"/>
              </a:rPr>
              <a:t>EGF</a:t>
            </a:r>
            <a:r>
              <a:rPr lang="en-US" sz="2400" dirty="0">
                <a:latin typeface="Abadi" panose="020B0604020104020204" pitchFamily="34" charset="0"/>
              </a:rPr>
              <a:t> receptor </a:t>
            </a:r>
            <a:r>
              <a:rPr lang="en-US" sz="2400" i="1" dirty="0">
                <a:latin typeface="Abadi" panose="020B0604020104020204" pitchFamily="34" charset="0"/>
              </a:rPr>
              <a:t>tyrosine kinase</a:t>
            </a:r>
          </a:p>
        </p:txBody>
      </p:sp>
      <p:sp>
        <p:nvSpPr>
          <p:cNvPr id="14" name="TextBox 13">
            <a:extLst>
              <a:ext uri="{FF2B5EF4-FFF2-40B4-BE49-F238E27FC236}">
                <a16:creationId xmlns:a16="http://schemas.microsoft.com/office/drawing/2014/main" id="{8EFB4657-0D0A-BC9E-29E4-8FDE73E8E0D6}"/>
              </a:ext>
            </a:extLst>
          </p:cNvPr>
          <p:cNvSpPr txBox="1"/>
          <p:nvPr/>
        </p:nvSpPr>
        <p:spPr>
          <a:xfrm>
            <a:off x="3807257" y="3119813"/>
            <a:ext cx="5450531" cy="523220"/>
          </a:xfrm>
          <a:prstGeom prst="rect">
            <a:avLst/>
          </a:prstGeom>
          <a:noFill/>
        </p:spPr>
        <p:txBody>
          <a:bodyPr wrap="none" rtlCol="0">
            <a:spAutoFit/>
          </a:bodyPr>
          <a:lstStyle/>
          <a:p>
            <a:r>
              <a:rPr lang="en-US" sz="2400" dirty="0">
                <a:latin typeface="Abadi" panose="020B0604020104020204" pitchFamily="34" charset="0"/>
              </a:rPr>
              <a:t>Inhibit the </a:t>
            </a:r>
            <a:r>
              <a:rPr lang="en-US" sz="2800" b="1" dirty="0">
                <a:latin typeface="Abadi" panose="020B0604020104020204" pitchFamily="34" charset="0"/>
              </a:rPr>
              <a:t>ALK</a:t>
            </a:r>
            <a:r>
              <a:rPr lang="en-US" sz="2400" dirty="0">
                <a:latin typeface="Abadi" panose="020B0604020104020204" pitchFamily="34" charset="0"/>
              </a:rPr>
              <a:t> receptor </a:t>
            </a:r>
            <a:r>
              <a:rPr lang="en-US" sz="2400" i="1" dirty="0">
                <a:latin typeface="Abadi" panose="020B0604020104020204" pitchFamily="34" charset="0"/>
              </a:rPr>
              <a:t>tyrosine kinase</a:t>
            </a:r>
          </a:p>
        </p:txBody>
      </p:sp>
      <p:sp>
        <p:nvSpPr>
          <p:cNvPr id="15" name="TextBox 14">
            <a:extLst>
              <a:ext uri="{FF2B5EF4-FFF2-40B4-BE49-F238E27FC236}">
                <a16:creationId xmlns:a16="http://schemas.microsoft.com/office/drawing/2014/main" id="{B971B020-C696-4A7B-03FA-EBA50ABADE42}"/>
              </a:ext>
            </a:extLst>
          </p:cNvPr>
          <p:cNvSpPr txBox="1"/>
          <p:nvPr/>
        </p:nvSpPr>
        <p:spPr>
          <a:xfrm>
            <a:off x="3807257" y="4491899"/>
            <a:ext cx="5489003" cy="523220"/>
          </a:xfrm>
          <a:prstGeom prst="rect">
            <a:avLst/>
          </a:prstGeom>
          <a:noFill/>
        </p:spPr>
        <p:txBody>
          <a:bodyPr wrap="none" rtlCol="0">
            <a:spAutoFit/>
          </a:bodyPr>
          <a:lstStyle/>
          <a:p>
            <a:r>
              <a:rPr lang="en-US" sz="2400" dirty="0">
                <a:latin typeface="Abadi" panose="020B0604020104020204" pitchFamily="34" charset="0"/>
              </a:rPr>
              <a:t>Inhibit the </a:t>
            </a:r>
            <a:r>
              <a:rPr lang="en-US" sz="2800" b="1" dirty="0">
                <a:latin typeface="Abadi" panose="020B0604020104020204" pitchFamily="34" charset="0"/>
              </a:rPr>
              <a:t>MET</a:t>
            </a:r>
            <a:r>
              <a:rPr lang="en-US" sz="2400" dirty="0">
                <a:latin typeface="Abadi" panose="020B0604020104020204" pitchFamily="34" charset="0"/>
              </a:rPr>
              <a:t> receptor </a:t>
            </a:r>
            <a:r>
              <a:rPr lang="en-US" sz="2400" i="1" dirty="0">
                <a:latin typeface="Abadi" panose="020B0604020104020204" pitchFamily="34" charset="0"/>
              </a:rPr>
              <a:t>tyrosine kinase</a:t>
            </a:r>
          </a:p>
        </p:txBody>
      </p:sp>
      <p:sp>
        <p:nvSpPr>
          <p:cNvPr id="16" name="TextBox 15">
            <a:extLst>
              <a:ext uri="{FF2B5EF4-FFF2-40B4-BE49-F238E27FC236}">
                <a16:creationId xmlns:a16="http://schemas.microsoft.com/office/drawing/2014/main" id="{EE24C4B7-1E4A-E959-E548-2EA8BE6D3F3E}"/>
              </a:ext>
            </a:extLst>
          </p:cNvPr>
          <p:cNvSpPr txBox="1"/>
          <p:nvPr/>
        </p:nvSpPr>
        <p:spPr>
          <a:xfrm>
            <a:off x="3759167" y="5523480"/>
            <a:ext cx="5697394" cy="523220"/>
          </a:xfrm>
          <a:prstGeom prst="rect">
            <a:avLst/>
          </a:prstGeom>
          <a:noFill/>
        </p:spPr>
        <p:txBody>
          <a:bodyPr wrap="none" rtlCol="0">
            <a:spAutoFit/>
          </a:bodyPr>
          <a:lstStyle/>
          <a:p>
            <a:r>
              <a:rPr lang="en-US" sz="2400" dirty="0">
                <a:latin typeface="Abadi" panose="020B0604020104020204" pitchFamily="34" charset="0"/>
              </a:rPr>
              <a:t>Inhibit the </a:t>
            </a:r>
            <a:r>
              <a:rPr lang="en-US" sz="2800" b="1" dirty="0">
                <a:latin typeface="Abadi" panose="020B0604020104020204" pitchFamily="34" charset="0"/>
              </a:rPr>
              <a:t>ROS1</a:t>
            </a:r>
            <a:r>
              <a:rPr lang="en-US" sz="2400" dirty="0">
                <a:latin typeface="Abadi" panose="020B0604020104020204" pitchFamily="34" charset="0"/>
              </a:rPr>
              <a:t> receptor </a:t>
            </a:r>
            <a:r>
              <a:rPr lang="en-US" sz="2400" i="1" dirty="0">
                <a:latin typeface="Abadi" panose="020B0604020104020204" pitchFamily="34" charset="0"/>
              </a:rPr>
              <a:t>tyrosine kinase</a:t>
            </a:r>
          </a:p>
        </p:txBody>
      </p:sp>
    </p:spTree>
    <p:extLst>
      <p:ext uri="{BB962C8B-B14F-4D97-AF65-F5344CB8AC3E}">
        <p14:creationId xmlns:p14="http://schemas.microsoft.com/office/powerpoint/2010/main" val="267223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EBE8D5E-1DAF-6D20-89B4-E789B3D68BD3}"/>
              </a:ext>
            </a:extLst>
          </p:cNvPr>
          <p:cNvSpPr>
            <a:spLocks noGrp="1"/>
          </p:cNvSpPr>
          <p:nvPr>
            <p:ph sz="half" idx="2"/>
          </p:nvPr>
        </p:nvSpPr>
        <p:spPr>
          <a:xfrm>
            <a:off x="604778" y="204537"/>
            <a:ext cx="6662296" cy="6023577"/>
          </a:xfrm>
        </p:spPr>
        <p:txBody>
          <a:bodyPr>
            <a:normAutofit/>
          </a:bodyPr>
          <a:lstStyle/>
          <a:p>
            <a:pPr marL="0" indent="0">
              <a:buNone/>
            </a:pPr>
            <a:r>
              <a:rPr lang="en-US" sz="4000" b="1" u="sng" dirty="0"/>
              <a:t>NOT</a:t>
            </a:r>
            <a:r>
              <a:rPr lang="en-US" sz="4000" b="1" dirty="0"/>
              <a:t> Tyrosine kinase inhibitors</a:t>
            </a:r>
          </a:p>
          <a:p>
            <a:endParaRPr lang="en-US" dirty="0"/>
          </a:p>
          <a:p>
            <a:r>
              <a:rPr lang="en-US" dirty="0" err="1"/>
              <a:t>Encorafenib</a:t>
            </a:r>
            <a:endParaRPr lang="en-US" dirty="0"/>
          </a:p>
          <a:p>
            <a:r>
              <a:rPr lang="en-US" dirty="0"/>
              <a:t>Dabrafenib</a:t>
            </a:r>
          </a:p>
          <a:p>
            <a:r>
              <a:rPr lang="en-US" dirty="0" err="1"/>
              <a:t>Binimetinib</a:t>
            </a:r>
            <a:endParaRPr lang="en-US" dirty="0"/>
          </a:p>
          <a:p>
            <a:r>
              <a:rPr lang="en-US" dirty="0"/>
              <a:t>Trametinib</a:t>
            </a:r>
          </a:p>
          <a:p>
            <a:r>
              <a:rPr lang="en-US" dirty="0"/>
              <a:t>Adagrasib</a:t>
            </a:r>
          </a:p>
          <a:p>
            <a:r>
              <a:rPr lang="en-US" dirty="0" err="1"/>
              <a:t>Sotorasib</a:t>
            </a:r>
            <a:endParaRPr lang="en-US" dirty="0"/>
          </a:p>
          <a:p>
            <a:endParaRPr lang="en-US" dirty="0"/>
          </a:p>
          <a:p>
            <a:pPr marL="0" indent="0">
              <a:buNone/>
            </a:pPr>
            <a:endParaRPr lang="en-US" dirty="0"/>
          </a:p>
        </p:txBody>
      </p:sp>
      <p:sp>
        <p:nvSpPr>
          <p:cNvPr id="4" name="Right Brace 3">
            <a:extLst>
              <a:ext uri="{FF2B5EF4-FFF2-40B4-BE49-F238E27FC236}">
                <a16:creationId xmlns:a16="http://schemas.microsoft.com/office/drawing/2014/main" id="{09F994A1-27D9-5A3E-4D24-F649AC502E48}"/>
              </a:ext>
            </a:extLst>
          </p:cNvPr>
          <p:cNvSpPr/>
          <p:nvPr/>
        </p:nvSpPr>
        <p:spPr>
          <a:xfrm>
            <a:off x="3460830" y="1879409"/>
            <a:ext cx="335666" cy="879014"/>
          </a:xfrm>
          <a:prstGeom prst="rightBrace">
            <a:avLst>
              <a:gd name="adj1" fmla="val 8333"/>
              <a:gd name="adj2" fmla="val 4910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badi" panose="020B0604020104020204" pitchFamily="34" charset="0"/>
            </a:endParaRPr>
          </a:p>
        </p:txBody>
      </p:sp>
      <p:sp>
        <p:nvSpPr>
          <p:cNvPr id="7" name="TextBox 6">
            <a:extLst>
              <a:ext uri="{FF2B5EF4-FFF2-40B4-BE49-F238E27FC236}">
                <a16:creationId xmlns:a16="http://schemas.microsoft.com/office/drawing/2014/main" id="{1237278F-ED3E-A83D-CD7C-E20F9EBD1F42}"/>
              </a:ext>
            </a:extLst>
          </p:cNvPr>
          <p:cNvSpPr txBox="1"/>
          <p:nvPr/>
        </p:nvSpPr>
        <p:spPr>
          <a:xfrm>
            <a:off x="3796496" y="2088083"/>
            <a:ext cx="6046848" cy="523220"/>
          </a:xfrm>
          <a:prstGeom prst="rect">
            <a:avLst/>
          </a:prstGeom>
          <a:noFill/>
        </p:spPr>
        <p:txBody>
          <a:bodyPr wrap="none" rtlCol="0">
            <a:spAutoFit/>
          </a:bodyPr>
          <a:lstStyle/>
          <a:p>
            <a:r>
              <a:rPr lang="en-US" sz="2400" dirty="0">
                <a:latin typeface="Abadi" panose="020B0604020104020204" pitchFamily="34" charset="0"/>
              </a:rPr>
              <a:t>Inhibit the </a:t>
            </a:r>
            <a:r>
              <a:rPr lang="en-US" sz="2800" b="1" dirty="0">
                <a:latin typeface="Abadi" panose="020B0604020104020204" pitchFamily="34" charset="0"/>
              </a:rPr>
              <a:t>BRAF </a:t>
            </a:r>
            <a:r>
              <a:rPr lang="en-US" sz="2800" b="1" i="1" dirty="0">
                <a:latin typeface="Abadi" panose="020B0604020104020204" pitchFamily="34" charset="0"/>
              </a:rPr>
              <a:t>serine/threonine kinase</a:t>
            </a:r>
            <a:endParaRPr lang="en-US" sz="2400" b="1" i="1" dirty="0">
              <a:latin typeface="Abadi" panose="020B0604020104020204" pitchFamily="34" charset="0"/>
            </a:endParaRPr>
          </a:p>
        </p:txBody>
      </p:sp>
      <p:sp>
        <p:nvSpPr>
          <p:cNvPr id="8" name="Right Brace 7">
            <a:extLst>
              <a:ext uri="{FF2B5EF4-FFF2-40B4-BE49-F238E27FC236}">
                <a16:creationId xmlns:a16="http://schemas.microsoft.com/office/drawing/2014/main" id="{E063AAF1-4A2A-4973-72C8-69B2A162F3CB}"/>
              </a:ext>
            </a:extLst>
          </p:cNvPr>
          <p:cNvSpPr/>
          <p:nvPr/>
        </p:nvSpPr>
        <p:spPr>
          <a:xfrm>
            <a:off x="3460830" y="2888336"/>
            <a:ext cx="335666" cy="879014"/>
          </a:xfrm>
          <a:prstGeom prst="rightBrace">
            <a:avLst>
              <a:gd name="adj1" fmla="val 8333"/>
              <a:gd name="adj2" fmla="val 4910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badi" panose="020B0604020104020204" pitchFamily="34" charset="0"/>
            </a:endParaRPr>
          </a:p>
        </p:txBody>
      </p:sp>
      <p:sp>
        <p:nvSpPr>
          <p:cNvPr id="9" name="TextBox 8">
            <a:extLst>
              <a:ext uri="{FF2B5EF4-FFF2-40B4-BE49-F238E27FC236}">
                <a16:creationId xmlns:a16="http://schemas.microsoft.com/office/drawing/2014/main" id="{1795E58E-AD9C-5BCC-FBEF-904041D0D4AC}"/>
              </a:ext>
            </a:extLst>
          </p:cNvPr>
          <p:cNvSpPr txBox="1"/>
          <p:nvPr/>
        </p:nvSpPr>
        <p:spPr>
          <a:xfrm>
            <a:off x="3796496" y="3097010"/>
            <a:ext cx="5969904" cy="523220"/>
          </a:xfrm>
          <a:prstGeom prst="rect">
            <a:avLst/>
          </a:prstGeom>
          <a:noFill/>
        </p:spPr>
        <p:txBody>
          <a:bodyPr wrap="none" rtlCol="0">
            <a:spAutoFit/>
          </a:bodyPr>
          <a:lstStyle/>
          <a:p>
            <a:r>
              <a:rPr lang="en-US" sz="2400" dirty="0">
                <a:latin typeface="Abadi" panose="020B0604020104020204" pitchFamily="34" charset="0"/>
              </a:rPr>
              <a:t>Inhibit the </a:t>
            </a:r>
            <a:r>
              <a:rPr lang="en-US" sz="2800" b="1" dirty="0">
                <a:latin typeface="Abadi" panose="020B0604020104020204" pitchFamily="34" charset="0"/>
              </a:rPr>
              <a:t>MEK </a:t>
            </a:r>
            <a:r>
              <a:rPr lang="en-US" sz="2800" b="1" i="1" dirty="0">
                <a:latin typeface="Abadi" panose="020B0604020104020204" pitchFamily="34" charset="0"/>
              </a:rPr>
              <a:t>serine/threonine kinase</a:t>
            </a:r>
            <a:endParaRPr lang="en-US" sz="2400" b="1" i="1" dirty="0">
              <a:latin typeface="Abadi" panose="020B0604020104020204" pitchFamily="34" charset="0"/>
            </a:endParaRPr>
          </a:p>
        </p:txBody>
      </p:sp>
      <p:sp>
        <p:nvSpPr>
          <p:cNvPr id="10" name="Right Brace 9">
            <a:extLst>
              <a:ext uri="{FF2B5EF4-FFF2-40B4-BE49-F238E27FC236}">
                <a16:creationId xmlns:a16="http://schemas.microsoft.com/office/drawing/2014/main" id="{6DB86253-9BA9-3D1D-1339-2CB7D0814098}"/>
              </a:ext>
            </a:extLst>
          </p:cNvPr>
          <p:cNvSpPr/>
          <p:nvPr/>
        </p:nvSpPr>
        <p:spPr>
          <a:xfrm>
            <a:off x="3460830" y="3961526"/>
            <a:ext cx="335666" cy="879014"/>
          </a:xfrm>
          <a:prstGeom prst="rightBrace">
            <a:avLst>
              <a:gd name="adj1" fmla="val 8333"/>
              <a:gd name="adj2" fmla="val 4910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badi" panose="020B0604020104020204" pitchFamily="34" charset="0"/>
            </a:endParaRPr>
          </a:p>
        </p:txBody>
      </p:sp>
      <p:sp>
        <p:nvSpPr>
          <p:cNvPr id="11" name="TextBox 10">
            <a:extLst>
              <a:ext uri="{FF2B5EF4-FFF2-40B4-BE49-F238E27FC236}">
                <a16:creationId xmlns:a16="http://schemas.microsoft.com/office/drawing/2014/main" id="{EC7FDB3B-7F71-E80B-BE83-5F0FB05D71ED}"/>
              </a:ext>
            </a:extLst>
          </p:cNvPr>
          <p:cNvSpPr txBox="1"/>
          <p:nvPr/>
        </p:nvSpPr>
        <p:spPr>
          <a:xfrm>
            <a:off x="3796497" y="4170200"/>
            <a:ext cx="7790726" cy="892552"/>
          </a:xfrm>
          <a:prstGeom prst="rect">
            <a:avLst/>
          </a:prstGeom>
          <a:noFill/>
        </p:spPr>
        <p:txBody>
          <a:bodyPr wrap="square" rtlCol="0">
            <a:spAutoFit/>
          </a:bodyPr>
          <a:lstStyle/>
          <a:p>
            <a:r>
              <a:rPr lang="en-US" sz="2400" dirty="0">
                <a:latin typeface="Abadi" panose="020B0604020104020204" pitchFamily="34" charset="0"/>
              </a:rPr>
              <a:t>Inhibit KRAS G12C (a </a:t>
            </a:r>
            <a:r>
              <a:rPr lang="en-US" sz="2800" b="1" dirty="0">
                <a:latin typeface="Abadi" panose="020B0604020104020204" pitchFamily="34" charset="0"/>
              </a:rPr>
              <a:t>GTPase</a:t>
            </a:r>
            <a:r>
              <a:rPr lang="en-US" sz="2400" dirty="0">
                <a:latin typeface="Abadi" panose="020B0604020104020204" pitchFamily="34" charset="0"/>
              </a:rPr>
              <a:t>) activity by binding GDP-KRAS G12C and trapping in an inactive state</a:t>
            </a:r>
            <a:endParaRPr lang="en-US" sz="2400" i="1" dirty="0">
              <a:latin typeface="Abadi" panose="020B0604020104020204" pitchFamily="34" charset="0"/>
            </a:endParaRPr>
          </a:p>
        </p:txBody>
      </p:sp>
    </p:spTree>
    <p:extLst>
      <p:ext uri="{BB962C8B-B14F-4D97-AF65-F5344CB8AC3E}">
        <p14:creationId xmlns:p14="http://schemas.microsoft.com/office/powerpoint/2010/main" val="3442602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EBE8D5E-1DAF-6D20-89B4-E789B3D68BD3}"/>
              </a:ext>
            </a:extLst>
          </p:cNvPr>
          <p:cNvSpPr>
            <a:spLocks noGrp="1"/>
          </p:cNvSpPr>
          <p:nvPr>
            <p:ph sz="half" idx="2"/>
          </p:nvPr>
        </p:nvSpPr>
        <p:spPr>
          <a:xfrm>
            <a:off x="604778" y="204537"/>
            <a:ext cx="6662296" cy="6023577"/>
          </a:xfrm>
        </p:spPr>
        <p:txBody>
          <a:bodyPr>
            <a:normAutofit/>
          </a:bodyPr>
          <a:lstStyle/>
          <a:p>
            <a:pPr marL="0" indent="0">
              <a:buNone/>
            </a:pPr>
            <a:r>
              <a:rPr lang="en-US" sz="4000" b="1" u="sng" dirty="0"/>
              <a:t>NOT</a:t>
            </a:r>
            <a:r>
              <a:rPr lang="en-US" sz="4000" b="1" dirty="0"/>
              <a:t> Tyrosine kinase inhibitors</a:t>
            </a:r>
          </a:p>
          <a:p>
            <a:endParaRPr lang="en-US" dirty="0"/>
          </a:p>
          <a:p>
            <a:r>
              <a:rPr lang="en-US" dirty="0" err="1"/>
              <a:t>Encorafenib</a:t>
            </a:r>
            <a:endParaRPr lang="en-US" dirty="0"/>
          </a:p>
          <a:p>
            <a:r>
              <a:rPr lang="en-US" dirty="0"/>
              <a:t>Dabrafenib</a:t>
            </a:r>
          </a:p>
          <a:p>
            <a:r>
              <a:rPr lang="en-US" dirty="0" err="1"/>
              <a:t>Binimetinib</a:t>
            </a:r>
            <a:endParaRPr lang="en-US" dirty="0"/>
          </a:p>
          <a:p>
            <a:r>
              <a:rPr lang="en-US" dirty="0"/>
              <a:t>Trametinib</a:t>
            </a:r>
          </a:p>
          <a:p>
            <a:r>
              <a:rPr lang="en-US" dirty="0"/>
              <a:t>Adagrasib</a:t>
            </a:r>
          </a:p>
          <a:p>
            <a:r>
              <a:rPr lang="en-US" dirty="0" err="1"/>
              <a:t>Sotorasib</a:t>
            </a:r>
            <a:endParaRPr lang="en-US" dirty="0"/>
          </a:p>
          <a:p>
            <a:endParaRPr lang="en-US" dirty="0"/>
          </a:p>
          <a:p>
            <a:pPr marL="0" indent="0">
              <a:buNone/>
            </a:pPr>
            <a:endParaRPr lang="en-US" dirty="0"/>
          </a:p>
        </p:txBody>
      </p:sp>
      <p:sp>
        <p:nvSpPr>
          <p:cNvPr id="4" name="Right Brace 3">
            <a:extLst>
              <a:ext uri="{FF2B5EF4-FFF2-40B4-BE49-F238E27FC236}">
                <a16:creationId xmlns:a16="http://schemas.microsoft.com/office/drawing/2014/main" id="{09F994A1-27D9-5A3E-4D24-F649AC502E48}"/>
              </a:ext>
            </a:extLst>
          </p:cNvPr>
          <p:cNvSpPr/>
          <p:nvPr/>
        </p:nvSpPr>
        <p:spPr>
          <a:xfrm>
            <a:off x="3460830" y="1879409"/>
            <a:ext cx="335666" cy="879014"/>
          </a:xfrm>
          <a:prstGeom prst="rightBrace">
            <a:avLst>
              <a:gd name="adj1" fmla="val 8333"/>
              <a:gd name="adj2" fmla="val 4910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badi" panose="020B0604020104020204" pitchFamily="34" charset="0"/>
            </a:endParaRPr>
          </a:p>
        </p:txBody>
      </p:sp>
      <p:sp>
        <p:nvSpPr>
          <p:cNvPr id="7" name="TextBox 6">
            <a:extLst>
              <a:ext uri="{FF2B5EF4-FFF2-40B4-BE49-F238E27FC236}">
                <a16:creationId xmlns:a16="http://schemas.microsoft.com/office/drawing/2014/main" id="{1237278F-ED3E-A83D-CD7C-E20F9EBD1F42}"/>
              </a:ext>
            </a:extLst>
          </p:cNvPr>
          <p:cNvSpPr txBox="1"/>
          <p:nvPr/>
        </p:nvSpPr>
        <p:spPr>
          <a:xfrm>
            <a:off x="3796496" y="2088083"/>
            <a:ext cx="6046848" cy="523220"/>
          </a:xfrm>
          <a:prstGeom prst="rect">
            <a:avLst/>
          </a:prstGeom>
          <a:noFill/>
        </p:spPr>
        <p:txBody>
          <a:bodyPr wrap="none" rtlCol="0">
            <a:spAutoFit/>
          </a:bodyPr>
          <a:lstStyle/>
          <a:p>
            <a:r>
              <a:rPr lang="en-US" sz="2400" dirty="0">
                <a:latin typeface="Abadi" panose="020B0604020104020204" pitchFamily="34" charset="0"/>
              </a:rPr>
              <a:t>Inhibit the </a:t>
            </a:r>
            <a:r>
              <a:rPr lang="en-US" sz="2800" b="1" dirty="0">
                <a:latin typeface="Abadi" panose="020B0604020104020204" pitchFamily="34" charset="0"/>
              </a:rPr>
              <a:t>BRAF </a:t>
            </a:r>
            <a:r>
              <a:rPr lang="en-US" sz="2800" b="1" i="1" dirty="0">
                <a:latin typeface="Abadi" panose="020B0604020104020204" pitchFamily="34" charset="0"/>
              </a:rPr>
              <a:t>serine/threonine kinase</a:t>
            </a:r>
            <a:endParaRPr lang="en-US" sz="2400" b="1" i="1" dirty="0">
              <a:latin typeface="Abadi" panose="020B0604020104020204" pitchFamily="34" charset="0"/>
            </a:endParaRPr>
          </a:p>
        </p:txBody>
      </p:sp>
      <p:sp>
        <p:nvSpPr>
          <p:cNvPr id="8" name="Right Brace 7">
            <a:extLst>
              <a:ext uri="{FF2B5EF4-FFF2-40B4-BE49-F238E27FC236}">
                <a16:creationId xmlns:a16="http://schemas.microsoft.com/office/drawing/2014/main" id="{E063AAF1-4A2A-4973-72C8-69B2A162F3CB}"/>
              </a:ext>
            </a:extLst>
          </p:cNvPr>
          <p:cNvSpPr/>
          <p:nvPr/>
        </p:nvSpPr>
        <p:spPr>
          <a:xfrm>
            <a:off x="3460830" y="2888336"/>
            <a:ext cx="335666" cy="879014"/>
          </a:xfrm>
          <a:prstGeom prst="rightBrace">
            <a:avLst>
              <a:gd name="adj1" fmla="val 8333"/>
              <a:gd name="adj2" fmla="val 4910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badi" panose="020B0604020104020204" pitchFamily="34" charset="0"/>
            </a:endParaRPr>
          </a:p>
        </p:txBody>
      </p:sp>
      <p:sp>
        <p:nvSpPr>
          <p:cNvPr id="9" name="TextBox 8">
            <a:extLst>
              <a:ext uri="{FF2B5EF4-FFF2-40B4-BE49-F238E27FC236}">
                <a16:creationId xmlns:a16="http://schemas.microsoft.com/office/drawing/2014/main" id="{1795E58E-AD9C-5BCC-FBEF-904041D0D4AC}"/>
              </a:ext>
            </a:extLst>
          </p:cNvPr>
          <p:cNvSpPr txBox="1"/>
          <p:nvPr/>
        </p:nvSpPr>
        <p:spPr>
          <a:xfrm>
            <a:off x="3796496" y="3097010"/>
            <a:ext cx="5969904" cy="523220"/>
          </a:xfrm>
          <a:prstGeom prst="rect">
            <a:avLst/>
          </a:prstGeom>
          <a:noFill/>
        </p:spPr>
        <p:txBody>
          <a:bodyPr wrap="none" rtlCol="0">
            <a:spAutoFit/>
          </a:bodyPr>
          <a:lstStyle/>
          <a:p>
            <a:r>
              <a:rPr lang="en-US" sz="2400" dirty="0">
                <a:latin typeface="Abadi" panose="020B0604020104020204" pitchFamily="34" charset="0"/>
              </a:rPr>
              <a:t>Inhibit the </a:t>
            </a:r>
            <a:r>
              <a:rPr lang="en-US" sz="2800" b="1" dirty="0">
                <a:latin typeface="Abadi" panose="020B0604020104020204" pitchFamily="34" charset="0"/>
              </a:rPr>
              <a:t>MEK </a:t>
            </a:r>
            <a:r>
              <a:rPr lang="en-US" sz="2800" b="1" i="1" dirty="0">
                <a:latin typeface="Abadi" panose="020B0604020104020204" pitchFamily="34" charset="0"/>
              </a:rPr>
              <a:t>serine/threonine kinase</a:t>
            </a:r>
            <a:endParaRPr lang="en-US" sz="2400" b="1" i="1" dirty="0">
              <a:latin typeface="Abadi" panose="020B0604020104020204" pitchFamily="34" charset="0"/>
            </a:endParaRPr>
          </a:p>
        </p:txBody>
      </p:sp>
      <p:sp>
        <p:nvSpPr>
          <p:cNvPr id="10" name="Right Brace 9">
            <a:extLst>
              <a:ext uri="{FF2B5EF4-FFF2-40B4-BE49-F238E27FC236}">
                <a16:creationId xmlns:a16="http://schemas.microsoft.com/office/drawing/2014/main" id="{6DB86253-9BA9-3D1D-1339-2CB7D0814098}"/>
              </a:ext>
            </a:extLst>
          </p:cNvPr>
          <p:cNvSpPr/>
          <p:nvPr/>
        </p:nvSpPr>
        <p:spPr>
          <a:xfrm>
            <a:off x="3460830" y="3961526"/>
            <a:ext cx="335666" cy="879014"/>
          </a:xfrm>
          <a:prstGeom prst="rightBrace">
            <a:avLst>
              <a:gd name="adj1" fmla="val 8333"/>
              <a:gd name="adj2" fmla="val 4910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badi" panose="020B0604020104020204" pitchFamily="34" charset="0"/>
            </a:endParaRPr>
          </a:p>
        </p:txBody>
      </p:sp>
      <p:sp>
        <p:nvSpPr>
          <p:cNvPr id="11" name="TextBox 10">
            <a:extLst>
              <a:ext uri="{FF2B5EF4-FFF2-40B4-BE49-F238E27FC236}">
                <a16:creationId xmlns:a16="http://schemas.microsoft.com/office/drawing/2014/main" id="{EC7FDB3B-7F71-E80B-BE83-5F0FB05D71ED}"/>
              </a:ext>
            </a:extLst>
          </p:cNvPr>
          <p:cNvSpPr txBox="1"/>
          <p:nvPr/>
        </p:nvSpPr>
        <p:spPr>
          <a:xfrm>
            <a:off x="3796497" y="4170200"/>
            <a:ext cx="7790726" cy="892552"/>
          </a:xfrm>
          <a:prstGeom prst="rect">
            <a:avLst/>
          </a:prstGeom>
          <a:noFill/>
        </p:spPr>
        <p:txBody>
          <a:bodyPr wrap="square" rtlCol="0">
            <a:spAutoFit/>
          </a:bodyPr>
          <a:lstStyle/>
          <a:p>
            <a:r>
              <a:rPr lang="en-US" sz="2400" dirty="0">
                <a:latin typeface="Abadi" panose="020B0604020104020204" pitchFamily="34" charset="0"/>
              </a:rPr>
              <a:t>Inhibit KRAS G12C (a </a:t>
            </a:r>
            <a:r>
              <a:rPr lang="en-US" sz="2800" b="1" dirty="0">
                <a:latin typeface="Abadi" panose="020B0604020104020204" pitchFamily="34" charset="0"/>
              </a:rPr>
              <a:t>GTPase</a:t>
            </a:r>
            <a:r>
              <a:rPr lang="en-US" sz="2400" dirty="0">
                <a:latin typeface="Abadi" panose="020B0604020104020204" pitchFamily="34" charset="0"/>
              </a:rPr>
              <a:t>) activity by binding GDP-KRAS G12C and trapping in an inactive state</a:t>
            </a:r>
            <a:endParaRPr lang="en-US" sz="2400" i="1" dirty="0">
              <a:latin typeface="Abadi" panose="020B0604020104020204" pitchFamily="34" charset="0"/>
            </a:endParaRPr>
          </a:p>
        </p:txBody>
      </p:sp>
      <p:sp>
        <p:nvSpPr>
          <p:cNvPr id="2" name="TextBox 1">
            <a:extLst>
              <a:ext uri="{FF2B5EF4-FFF2-40B4-BE49-F238E27FC236}">
                <a16:creationId xmlns:a16="http://schemas.microsoft.com/office/drawing/2014/main" id="{2E0F00E7-C912-9D10-0111-77CEDC753BA4}"/>
              </a:ext>
            </a:extLst>
          </p:cNvPr>
          <p:cNvSpPr txBox="1"/>
          <p:nvPr/>
        </p:nvSpPr>
        <p:spPr>
          <a:xfrm>
            <a:off x="1608881" y="5183513"/>
            <a:ext cx="9962984" cy="523220"/>
          </a:xfrm>
          <a:prstGeom prst="rect">
            <a:avLst/>
          </a:prstGeom>
          <a:noFill/>
          <a:ln>
            <a:solidFill>
              <a:schemeClr val="tx1"/>
            </a:solidFill>
          </a:ln>
        </p:spPr>
        <p:txBody>
          <a:bodyPr wrap="none" rtlCol="0">
            <a:spAutoFit/>
          </a:bodyPr>
          <a:lstStyle/>
          <a:p>
            <a:r>
              <a:rPr lang="en-US" sz="2800" dirty="0">
                <a:latin typeface="Abadi" panose="020B0604020104020204" pitchFamily="34" charset="0"/>
              </a:rPr>
              <a:t>Also NOT a TKI?  Everything else I will talk about in this session</a:t>
            </a:r>
          </a:p>
        </p:txBody>
      </p:sp>
    </p:spTree>
    <p:extLst>
      <p:ext uri="{BB962C8B-B14F-4D97-AF65-F5344CB8AC3E}">
        <p14:creationId xmlns:p14="http://schemas.microsoft.com/office/powerpoint/2010/main" val="536641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31479-07F3-A1DC-D919-ABD4A7B3772F}"/>
              </a:ext>
            </a:extLst>
          </p:cNvPr>
          <p:cNvSpPr>
            <a:spLocks noGrp="1"/>
          </p:cNvSpPr>
          <p:nvPr>
            <p:ph type="title"/>
          </p:nvPr>
        </p:nvSpPr>
        <p:spPr>
          <a:xfrm>
            <a:off x="769077" y="705653"/>
            <a:ext cx="3606479" cy="2975497"/>
          </a:xfrm>
        </p:spPr>
        <p:txBody>
          <a:bodyPr/>
          <a:lstStyle/>
          <a:p>
            <a:r>
              <a:rPr lang="en-US" dirty="0"/>
              <a:t>Concept of “synthetic lethal”</a:t>
            </a:r>
          </a:p>
        </p:txBody>
      </p:sp>
    </p:spTree>
    <p:extLst>
      <p:ext uri="{BB962C8B-B14F-4D97-AF65-F5344CB8AC3E}">
        <p14:creationId xmlns:p14="http://schemas.microsoft.com/office/powerpoint/2010/main" val="1269196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31479-07F3-A1DC-D919-ABD4A7B3772F}"/>
              </a:ext>
            </a:extLst>
          </p:cNvPr>
          <p:cNvSpPr>
            <a:spLocks noGrp="1"/>
          </p:cNvSpPr>
          <p:nvPr>
            <p:ph type="title"/>
          </p:nvPr>
        </p:nvSpPr>
        <p:spPr>
          <a:xfrm>
            <a:off x="769077" y="705653"/>
            <a:ext cx="3606479" cy="2975497"/>
          </a:xfrm>
        </p:spPr>
        <p:txBody>
          <a:bodyPr/>
          <a:lstStyle/>
          <a:p>
            <a:r>
              <a:rPr lang="en-US" dirty="0"/>
              <a:t>Concept of “synthetic lethal”</a:t>
            </a:r>
          </a:p>
        </p:txBody>
      </p:sp>
      <p:pic>
        <p:nvPicPr>
          <p:cNvPr id="1026" name="Picture 2">
            <a:extLst>
              <a:ext uri="{FF2B5EF4-FFF2-40B4-BE49-F238E27FC236}">
                <a16:creationId xmlns:a16="http://schemas.microsoft.com/office/drawing/2014/main" id="{A8A06A47-5F0A-FA05-287F-8D696332EC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6910" y="602601"/>
            <a:ext cx="5715000" cy="5410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496BD51-16DB-DF28-F673-ED8FDB49DA02}"/>
              </a:ext>
            </a:extLst>
          </p:cNvPr>
          <p:cNvSpPr txBox="1"/>
          <p:nvPr/>
        </p:nvSpPr>
        <p:spPr>
          <a:xfrm>
            <a:off x="6835912" y="6488668"/>
            <a:ext cx="5142755" cy="369332"/>
          </a:xfrm>
          <a:prstGeom prst="rect">
            <a:avLst/>
          </a:prstGeom>
          <a:noFill/>
        </p:spPr>
        <p:txBody>
          <a:bodyPr wrap="none" rtlCol="0">
            <a:spAutoFit/>
          </a:bodyPr>
          <a:lstStyle/>
          <a:p>
            <a:r>
              <a:rPr lang="en-US" i="1" dirty="0">
                <a:latin typeface="Abadi" panose="020B0604020104020204" pitchFamily="34" charset="0"/>
              </a:rPr>
              <a:t>Relax, the Terminator Is Far Away</a:t>
            </a:r>
            <a:r>
              <a:rPr lang="en-US" dirty="0">
                <a:latin typeface="Abadi" panose="020B0604020104020204" pitchFamily="34" charset="0"/>
              </a:rPr>
              <a:t>, NY Times 2015</a:t>
            </a:r>
          </a:p>
        </p:txBody>
      </p:sp>
    </p:spTree>
    <p:extLst>
      <p:ext uri="{BB962C8B-B14F-4D97-AF65-F5344CB8AC3E}">
        <p14:creationId xmlns:p14="http://schemas.microsoft.com/office/powerpoint/2010/main" val="2800632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31479-07F3-A1DC-D919-ABD4A7B3772F}"/>
              </a:ext>
            </a:extLst>
          </p:cNvPr>
          <p:cNvSpPr>
            <a:spLocks noGrp="1"/>
          </p:cNvSpPr>
          <p:nvPr>
            <p:ph type="title"/>
          </p:nvPr>
        </p:nvSpPr>
        <p:spPr>
          <a:xfrm>
            <a:off x="769077" y="705653"/>
            <a:ext cx="3606479" cy="2975497"/>
          </a:xfrm>
        </p:spPr>
        <p:txBody>
          <a:bodyPr/>
          <a:lstStyle/>
          <a:p>
            <a:r>
              <a:rPr lang="en-US" dirty="0"/>
              <a:t>Concept of “synthetic lethal”</a:t>
            </a:r>
          </a:p>
        </p:txBody>
      </p:sp>
      <p:sp>
        <p:nvSpPr>
          <p:cNvPr id="15" name="TextBox 14">
            <a:extLst>
              <a:ext uri="{FF2B5EF4-FFF2-40B4-BE49-F238E27FC236}">
                <a16:creationId xmlns:a16="http://schemas.microsoft.com/office/drawing/2014/main" id="{F4096616-DB2C-D89B-6593-26B2535BA1E4}"/>
              </a:ext>
            </a:extLst>
          </p:cNvPr>
          <p:cNvSpPr txBox="1"/>
          <p:nvPr/>
        </p:nvSpPr>
        <p:spPr>
          <a:xfrm>
            <a:off x="8367627" y="1733008"/>
            <a:ext cx="2835663" cy="4093428"/>
          </a:xfrm>
          <a:prstGeom prst="rect">
            <a:avLst/>
          </a:prstGeom>
          <a:noFill/>
          <a:ln>
            <a:solidFill>
              <a:schemeClr val="tx1"/>
            </a:solidFill>
          </a:ln>
        </p:spPr>
        <p:txBody>
          <a:bodyPr wrap="square" rtlCol="0">
            <a:spAutoFit/>
          </a:bodyPr>
          <a:lstStyle/>
          <a:p>
            <a:r>
              <a:rPr lang="en-US" sz="2000" dirty="0">
                <a:latin typeface="Abadi" panose="020B0604020104020204" pitchFamily="34" charset="0"/>
              </a:rPr>
              <a:t>If two genes are required for normal cell function…</a:t>
            </a:r>
          </a:p>
          <a:p>
            <a:endParaRPr lang="en-US" sz="2000" dirty="0">
              <a:latin typeface="Abadi" panose="020B0604020104020204" pitchFamily="34" charset="0"/>
            </a:endParaRPr>
          </a:p>
          <a:p>
            <a:r>
              <a:rPr lang="en-US" sz="2000" dirty="0">
                <a:latin typeface="Abadi" panose="020B0604020104020204" pitchFamily="34" charset="0"/>
              </a:rPr>
              <a:t>and </a:t>
            </a:r>
          </a:p>
          <a:p>
            <a:endParaRPr lang="en-US" sz="2000" dirty="0">
              <a:latin typeface="Abadi" panose="020B0604020104020204" pitchFamily="34" charset="0"/>
            </a:endParaRPr>
          </a:p>
          <a:p>
            <a:r>
              <a:rPr lang="en-US" sz="2000" dirty="0">
                <a:latin typeface="Abadi" panose="020B0604020104020204" pitchFamily="34" charset="0"/>
              </a:rPr>
              <a:t>one of them is mutated/deleted in a cancer …</a:t>
            </a:r>
          </a:p>
          <a:p>
            <a:endParaRPr lang="en-US" sz="2000" dirty="0">
              <a:latin typeface="Abadi" panose="020B0604020104020204" pitchFamily="34" charset="0"/>
            </a:endParaRPr>
          </a:p>
          <a:p>
            <a:r>
              <a:rPr lang="en-US" sz="2000" dirty="0">
                <a:latin typeface="Abadi" panose="020B0604020104020204" pitchFamily="34" charset="0"/>
              </a:rPr>
              <a:t>inhibiting the other one can preferentially kill mutated (cancer) cells</a:t>
            </a:r>
          </a:p>
        </p:txBody>
      </p:sp>
      <p:grpSp>
        <p:nvGrpSpPr>
          <p:cNvPr id="17" name="Group 16">
            <a:extLst>
              <a:ext uri="{FF2B5EF4-FFF2-40B4-BE49-F238E27FC236}">
                <a16:creationId xmlns:a16="http://schemas.microsoft.com/office/drawing/2014/main" id="{7DD0AF82-0CB7-F85B-CB4D-EA860943DE8D}"/>
              </a:ext>
            </a:extLst>
          </p:cNvPr>
          <p:cNvGrpSpPr/>
          <p:nvPr/>
        </p:nvGrpSpPr>
        <p:grpSpPr>
          <a:xfrm>
            <a:off x="3252486" y="509287"/>
            <a:ext cx="4972943" cy="6751858"/>
            <a:chOff x="3252486" y="509287"/>
            <a:chExt cx="4972943" cy="6751858"/>
          </a:xfrm>
        </p:grpSpPr>
        <p:grpSp>
          <p:nvGrpSpPr>
            <p:cNvPr id="14" name="Group 13">
              <a:extLst>
                <a:ext uri="{FF2B5EF4-FFF2-40B4-BE49-F238E27FC236}">
                  <a16:creationId xmlns:a16="http://schemas.microsoft.com/office/drawing/2014/main" id="{F2A25AB3-A2E0-E677-5E42-F4206C394E3D}"/>
                </a:ext>
              </a:extLst>
            </p:cNvPr>
            <p:cNvGrpSpPr/>
            <p:nvPr/>
          </p:nvGrpSpPr>
          <p:grpSpPr>
            <a:xfrm>
              <a:off x="3252486" y="509287"/>
              <a:ext cx="4972943" cy="6751858"/>
              <a:chOff x="3588152" y="365125"/>
              <a:chExt cx="5262310" cy="7000191"/>
            </a:xfrm>
          </p:grpSpPr>
          <p:pic>
            <p:nvPicPr>
              <p:cNvPr id="6" name="Picture 5">
                <a:extLst>
                  <a:ext uri="{FF2B5EF4-FFF2-40B4-BE49-F238E27FC236}">
                    <a16:creationId xmlns:a16="http://schemas.microsoft.com/office/drawing/2014/main" id="{325E5ECD-1BC0-E3F0-BB17-AE97231E82D5}"/>
                  </a:ext>
                </a:extLst>
              </p:cNvPr>
              <p:cNvPicPr>
                <a:picLocks noChangeAspect="1"/>
              </p:cNvPicPr>
              <p:nvPr/>
            </p:nvPicPr>
            <p:blipFill rotWithShape="1">
              <a:blip r:embed="rId2"/>
              <a:srcRect l="9332" t="5324" b="3797"/>
              <a:stretch/>
            </p:blipFill>
            <p:spPr>
              <a:xfrm>
                <a:off x="4062713" y="365125"/>
                <a:ext cx="4533107" cy="6232446"/>
              </a:xfrm>
              <a:prstGeom prst="rect">
                <a:avLst/>
              </a:prstGeom>
            </p:spPr>
          </p:pic>
          <p:sp>
            <p:nvSpPr>
              <p:cNvPr id="7" name="Oval 6">
                <a:extLst>
                  <a:ext uri="{FF2B5EF4-FFF2-40B4-BE49-F238E27FC236}">
                    <a16:creationId xmlns:a16="http://schemas.microsoft.com/office/drawing/2014/main" id="{AEDEE3EB-5F5F-A846-F7E4-A5E853F239C0}"/>
                  </a:ext>
                </a:extLst>
              </p:cNvPr>
              <p:cNvSpPr/>
              <p:nvPr/>
            </p:nvSpPr>
            <p:spPr>
              <a:xfrm>
                <a:off x="3657600" y="1851949"/>
                <a:ext cx="555585" cy="68290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badi" panose="020B0604020104020204" pitchFamily="34" charset="0"/>
                </a:endParaRPr>
              </a:p>
            </p:txBody>
          </p:sp>
          <p:sp>
            <p:nvSpPr>
              <p:cNvPr id="9" name="Oval 8">
                <a:extLst>
                  <a:ext uri="{FF2B5EF4-FFF2-40B4-BE49-F238E27FC236}">
                    <a16:creationId xmlns:a16="http://schemas.microsoft.com/office/drawing/2014/main" id="{BF546097-87D1-D0D5-14A0-4CF29C379823}"/>
                  </a:ext>
                </a:extLst>
              </p:cNvPr>
              <p:cNvSpPr/>
              <p:nvPr/>
            </p:nvSpPr>
            <p:spPr>
              <a:xfrm>
                <a:off x="8294877" y="2048719"/>
                <a:ext cx="555585" cy="410901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badi" panose="020B0604020104020204" pitchFamily="34" charset="0"/>
                </a:endParaRPr>
              </a:p>
            </p:txBody>
          </p:sp>
          <p:sp>
            <p:nvSpPr>
              <p:cNvPr id="10" name="Oval 9">
                <a:extLst>
                  <a:ext uri="{FF2B5EF4-FFF2-40B4-BE49-F238E27FC236}">
                    <a16:creationId xmlns:a16="http://schemas.microsoft.com/office/drawing/2014/main" id="{CB25D265-B96D-45D3-C652-5930384B4EA1}"/>
                  </a:ext>
                </a:extLst>
              </p:cNvPr>
              <p:cNvSpPr/>
              <p:nvPr/>
            </p:nvSpPr>
            <p:spPr>
              <a:xfrm>
                <a:off x="3588152" y="3429000"/>
                <a:ext cx="555585" cy="174488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badi" panose="020B0604020104020204" pitchFamily="34" charset="0"/>
                </a:endParaRPr>
              </a:p>
            </p:txBody>
          </p:sp>
          <p:sp>
            <p:nvSpPr>
              <p:cNvPr id="11" name="Oval 10">
                <a:extLst>
                  <a:ext uri="{FF2B5EF4-FFF2-40B4-BE49-F238E27FC236}">
                    <a16:creationId xmlns:a16="http://schemas.microsoft.com/office/drawing/2014/main" id="{1F465B04-AF9F-AE43-2F2C-38947B35A6B9}"/>
                  </a:ext>
                </a:extLst>
              </p:cNvPr>
              <p:cNvSpPr/>
              <p:nvPr/>
            </p:nvSpPr>
            <p:spPr>
              <a:xfrm rot="20083991">
                <a:off x="3657600" y="5620432"/>
                <a:ext cx="555585" cy="174488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badi" panose="020B0604020104020204" pitchFamily="34" charset="0"/>
                </a:endParaRPr>
              </a:p>
            </p:txBody>
          </p:sp>
          <p:sp>
            <p:nvSpPr>
              <p:cNvPr id="12" name="Oval 11">
                <a:extLst>
                  <a:ext uri="{FF2B5EF4-FFF2-40B4-BE49-F238E27FC236}">
                    <a16:creationId xmlns:a16="http://schemas.microsoft.com/office/drawing/2014/main" id="{8B1F134B-B7C2-E504-FDD1-7E2C4FBD8487}"/>
                  </a:ext>
                </a:extLst>
              </p:cNvPr>
              <p:cNvSpPr/>
              <p:nvPr/>
            </p:nvSpPr>
            <p:spPr>
              <a:xfrm rot="20083991">
                <a:off x="8167430" y="1891773"/>
                <a:ext cx="555585" cy="10392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badi" panose="020B0604020104020204" pitchFamily="34" charset="0"/>
                </a:endParaRPr>
              </a:p>
            </p:txBody>
          </p:sp>
          <p:sp>
            <p:nvSpPr>
              <p:cNvPr id="13" name="Rectangle 12">
                <a:extLst>
                  <a:ext uri="{FF2B5EF4-FFF2-40B4-BE49-F238E27FC236}">
                    <a16:creationId xmlns:a16="http://schemas.microsoft.com/office/drawing/2014/main" id="{7B0B1765-1B6F-5E4E-E3C8-E4F912D9C1F8}"/>
                  </a:ext>
                </a:extLst>
              </p:cNvPr>
              <p:cNvSpPr/>
              <p:nvPr/>
            </p:nvSpPr>
            <p:spPr>
              <a:xfrm>
                <a:off x="7127407" y="2048719"/>
                <a:ext cx="1146002" cy="1041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badi" panose="020B0604020104020204" pitchFamily="34" charset="0"/>
                </a:endParaRPr>
              </a:p>
            </p:txBody>
          </p:sp>
        </p:grpSp>
        <p:sp>
          <p:nvSpPr>
            <p:cNvPr id="16" name="TextBox 15">
              <a:extLst>
                <a:ext uri="{FF2B5EF4-FFF2-40B4-BE49-F238E27FC236}">
                  <a16:creationId xmlns:a16="http://schemas.microsoft.com/office/drawing/2014/main" id="{B70DA803-F9D8-99BA-154B-8A2D47938888}"/>
                </a:ext>
              </a:extLst>
            </p:cNvPr>
            <p:cNvSpPr txBox="1"/>
            <p:nvPr/>
          </p:nvSpPr>
          <p:spPr>
            <a:xfrm>
              <a:off x="5169582" y="3981693"/>
              <a:ext cx="651140" cy="523220"/>
            </a:xfrm>
            <a:prstGeom prst="rect">
              <a:avLst/>
            </a:prstGeom>
            <a:noFill/>
          </p:spPr>
          <p:txBody>
            <a:bodyPr wrap="none" rtlCol="0">
              <a:spAutoFit/>
            </a:bodyPr>
            <a:lstStyle/>
            <a:p>
              <a:r>
                <a:rPr lang="en-US" sz="1400" b="1" dirty="0">
                  <a:latin typeface="Abadi" panose="020B0604020104020204" pitchFamily="34" charset="0"/>
                </a:rPr>
                <a:t>Viable</a:t>
              </a:r>
            </a:p>
            <a:p>
              <a:r>
                <a:rPr lang="en-US" sz="1400" b="1" dirty="0">
                  <a:latin typeface="Abadi" panose="020B0604020104020204" pitchFamily="34" charset="0"/>
                </a:rPr>
                <a:t>Lethal</a:t>
              </a:r>
            </a:p>
          </p:txBody>
        </p:sp>
      </p:grpSp>
      <p:sp>
        <p:nvSpPr>
          <p:cNvPr id="18" name="TextBox 17">
            <a:extLst>
              <a:ext uri="{FF2B5EF4-FFF2-40B4-BE49-F238E27FC236}">
                <a16:creationId xmlns:a16="http://schemas.microsoft.com/office/drawing/2014/main" id="{36DD89B9-740E-1BCE-1620-97C514C9064F}"/>
              </a:ext>
            </a:extLst>
          </p:cNvPr>
          <p:cNvSpPr txBox="1"/>
          <p:nvPr/>
        </p:nvSpPr>
        <p:spPr>
          <a:xfrm>
            <a:off x="6700187" y="6488668"/>
            <a:ext cx="5453737" cy="369332"/>
          </a:xfrm>
          <a:prstGeom prst="rect">
            <a:avLst/>
          </a:prstGeom>
          <a:noFill/>
        </p:spPr>
        <p:txBody>
          <a:bodyPr wrap="none" rtlCol="0">
            <a:spAutoFit/>
          </a:bodyPr>
          <a:lstStyle/>
          <a:p>
            <a:r>
              <a:rPr lang="en-US" dirty="0">
                <a:latin typeface="Abadi" panose="020B0604020104020204" pitchFamily="34" charset="0"/>
              </a:rPr>
              <a:t>Modified from O’Neil et al, Nature Rev Genetics 2017</a:t>
            </a:r>
          </a:p>
        </p:txBody>
      </p:sp>
    </p:spTree>
    <p:extLst>
      <p:ext uri="{BB962C8B-B14F-4D97-AF65-F5344CB8AC3E}">
        <p14:creationId xmlns:p14="http://schemas.microsoft.com/office/powerpoint/2010/main" val="3086111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753E-1EA4-E1B4-505E-02BB6D28FFCC}"/>
              </a:ext>
            </a:extLst>
          </p:cNvPr>
          <p:cNvSpPr>
            <a:spLocks noGrp="1"/>
          </p:cNvSpPr>
          <p:nvPr>
            <p:ph type="title"/>
          </p:nvPr>
        </p:nvSpPr>
        <p:spPr/>
        <p:txBody>
          <a:bodyPr/>
          <a:lstStyle/>
          <a:p>
            <a:r>
              <a:rPr lang="en-US" dirty="0"/>
              <a:t>Targeting MTAP</a:t>
            </a:r>
          </a:p>
        </p:txBody>
      </p:sp>
      <p:sp>
        <p:nvSpPr>
          <p:cNvPr id="3" name="Content Placeholder 2">
            <a:extLst>
              <a:ext uri="{FF2B5EF4-FFF2-40B4-BE49-F238E27FC236}">
                <a16:creationId xmlns:a16="http://schemas.microsoft.com/office/drawing/2014/main" id="{53DB5C48-5CA7-6E23-19CE-E8E33FCB94F5}"/>
              </a:ext>
            </a:extLst>
          </p:cNvPr>
          <p:cNvSpPr>
            <a:spLocks noGrp="1"/>
          </p:cNvSpPr>
          <p:nvPr>
            <p:ph idx="4294967295"/>
          </p:nvPr>
        </p:nvSpPr>
        <p:spPr>
          <a:xfrm>
            <a:off x="3867802" y="1425887"/>
            <a:ext cx="8243334" cy="2418327"/>
          </a:xfrm>
        </p:spPr>
        <p:txBody>
          <a:bodyPr>
            <a:normAutofit/>
          </a:bodyPr>
          <a:lstStyle/>
          <a:p>
            <a:r>
              <a:rPr lang="en-US" sz="2400" dirty="0"/>
              <a:t> </a:t>
            </a:r>
            <a:r>
              <a:rPr lang="en-US" sz="2400" b="0" i="1" dirty="0">
                <a:solidFill>
                  <a:srgbClr val="1A1A1A"/>
                </a:solidFill>
                <a:effectLst/>
              </a:rPr>
              <a:t>CDKN2A</a:t>
            </a:r>
            <a:r>
              <a:rPr lang="en-US" sz="2400" b="0" i="0" dirty="0">
                <a:solidFill>
                  <a:srgbClr val="1A1A1A"/>
                </a:solidFill>
                <a:effectLst/>
              </a:rPr>
              <a:t> encodes the tumor suppressors p16 and p14</a:t>
            </a:r>
            <a:r>
              <a:rPr lang="en-US" sz="2400" b="0" i="0" baseline="30000" dirty="0">
                <a:solidFill>
                  <a:srgbClr val="1A1A1A"/>
                </a:solidFill>
                <a:effectLst/>
              </a:rPr>
              <a:t>ARF</a:t>
            </a:r>
            <a:r>
              <a:rPr lang="en-US" sz="2400" b="0" i="0" dirty="0">
                <a:solidFill>
                  <a:srgbClr val="1A1A1A"/>
                </a:solidFill>
                <a:effectLst/>
              </a:rPr>
              <a:t> and is the most common </a:t>
            </a:r>
            <a:r>
              <a:rPr lang="en-US" sz="2400" b="0" i="0" dirty="0" err="1">
                <a:solidFill>
                  <a:srgbClr val="1A1A1A"/>
                </a:solidFill>
                <a:effectLst/>
              </a:rPr>
              <a:t>homozygously</a:t>
            </a:r>
            <a:r>
              <a:rPr lang="en-US" sz="2400" b="0" i="0" dirty="0">
                <a:solidFill>
                  <a:srgbClr val="1A1A1A"/>
                </a:solidFill>
                <a:effectLst/>
              </a:rPr>
              <a:t> deleted gene in all human cancers</a:t>
            </a:r>
          </a:p>
          <a:p>
            <a:r>
              <a:rPr lang="en-US" sz="2400" i="1" dirty="0"/>
              <a:t>MTAP</a:t>
            </a:r>
            <a:r>
              <a:rPr lang="en-US" sz="2400" dirty="0"/>
              <a:t> is frequently lost due to its proximity to CDKN2A</a:t>
            </a:r>
          </a:p>
          <a:p>
            <a:r>
              <a:rPr lang="en-US" sz="2400" dirty="0"/>
              <a:t>Many platforms fail to test for </a:t>
            </a:r>
            <a:r>
              <a:rPr lang="en-US" sz="2400" i="1" dirty="0"/>
              <a:t>MTAP</a:t>
            </a:r>
            <a:r>
              <a:rPr lang="en-US" sz="2400" dirty="0"/>
              <a:t> deletion</a:t>
            </a:r>
          </a:p>
        </p:txBody>
      </p:sp>
      <p:pic>
        <p:nvPicPr>
          <p:cNvPr id="5" name="Picture 4">
            <a:extLst>
              <a:ext uri="{FF2B5EF4-FFF2-40B4-BE49-F238E27FC236}">
                <a16:creationId xmlns:a16="http://schemas.microsoft.com/office/drawing/2014/main" id="{9A607D42-B35A-62E9-9BF1-E54043DBF185}"/>
              </a:ext>
            </a:extLst>
          </p:cNvPr>
          <p:cNvPicPr>
            <a:picLocks noChangeAspect="1"/>
          </p:cNvPicPr>
          <p:nvPr/>
        </p:nvPicPr>
        <p:blipFill>
          <a:blip r:embed="rId2"/>
          <a:stretch>
            <a:fillRect/>
          </a:stretch>
        </p:blipFill>
        <p:spPr>
          <a:xfrm>
            <a:off x="567613" y="1578450"/>
            <a:ext cx="3029601" cy="4531528"/>
          </a:xfrm>
          <a:prstGeom prst="rect">
            <a:avLst/>
          </a:prstGeom>
        </p:spPr>
      </p:pic>
      <p:sp>
        <p:nvSpPr>
          <p:cNvPr id="6" name="TextBox 5">
            <a:extLst>
              <a:ext uri="{FF2B5EF4-FFF2-40B4-BE49-F238E27FC236}">
                <a16:creationId xmlns:a16="http://schemas.microsoft.com/office/drawing/2014/main" id="{E1F9D590-19F7-84BE-9F16-59876EE40303}"/>
              </a:ext>
            </a:extLst>
          </p:cNvPr>
          <p:cNvSpPr txBox="1"/>
          <p:nvPr/>
        </p:nvSpPr>
        <p:spPr>
          <a:xfrm>
            <a:off x="0" y="6488668"/>
            <a:ext cx="4770858" cy="307777"/>
          </a:xfrm>
          <a:prstGeom prst="rect">
            <a:avLst/>
          </a:prstGeom>
          <a:noFill/>
        </p:spPr>
        <p:txBody>
          <a:bodyPr wrap="none" rtlCol="0">
            <a:spAutoFit/>
          </a:bodyPr>
          <a:lstStyle/>
          <a:p>
            <a:r>
              <a:rPr lang="en-US" sz="1400" dirty="0" err="1">
                <a:latin typeface="Abadi" panose="020B0604020104020204" pitchFamily="34" charset="0"/>
              </a:rPr>
              <a:t>Ngoi</a:t>
            </a:r>
            <a:r>
              <a:rPr lang="en-US" sz="1400" dirty="0">
                <a:latin typeface="Abadi" panose="020B0604020104020204" pitchFamily="34" charset="0"/>
              </a:rPr>
              <a:t> et al, Oncologist 2024; data from genie.cbioportal.org</a:t>
            </a:r>
          </a:p>
        </p:txBody>
      </p:sp>
      <p:pic>
        <p:nvPicPr>
          <p:cNvPr id="4" name="Picture 3">
            <a:extLst>
              <a:ext uri="{FF2B5EF4-FFF2-40B4-BE49-F238E27FC236}">
                <a16:creationId xmlns:a16="http://schemas.microsoft.com/office/drawing/2014/main" id="{A053FC79-96FB-66A0-1A16-E8571D8BBA6D}"/>
              </a:ext>
            </a:extLst>
          </p:cNvPr>
          <p:cNvPicPr>
            <a:picLocks noChangeAspect="1"/>
          </p:cNvPicPr>
          <p:nvPr/>
        </p:nvPicPr>
        <p:blipFill>
          <a:blip r:embed="rId3"/>
          <a:stretch>
            <a:fillRect/>
          </a:stretch>
        </p:blipFill>
        <p:spPr>
          <a:xfrm>
            <a:off x="5784980" y="3442626"/>
            <a:ext cx="5214201" cy="3562109"/>
          </a:xfrm>
          <a:prstGeom prst="rect">
            <a:avLst/>
          </a:prstGeom>
        </p:spPr>
      </p:pic>
      <p:cxnSp>
        <p:nvCxnSpPr>
          <p:cNvPr id="8" name="Straight Arrow Connector 7">
            <a:extLst>
              <a:ext uri="{FF2B5EF4-FFF2-40B4-BE49-F238E27FC236}">
                <a16:creationId xmlns:a16="http://schemas.microsoft.com/office/drawing/2014/main" id="{4F64E892-BAF3-59B4-B893-56D50644746C}"/>
              </a:ext>
            </a:extLst>
          </p:cNvPr>
          <p:cNvCxnSpPr>
            <a:cxnSpLocks/>
          </p:cNvCxnSpPr>
          <p:nvPr/>
        </p:nvCxnSpPr>
        <p:spPr>
          <a:xfrm flipH="1">
            <a:off x="7846400" y="4292084"/>
            <a:ext cx="75288" cy="5743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DFF06BF-5825-7538-5330-F9BFE9BAC50A}"/>
              </a:ext>
            </a:extLst>
          </p:cNvPr>
          <p:cNvSpPr txBox="1"/>
          <p:nvPr/>
        </p:nvSpPr>
        <p:spPr>
          <a:xfrm>
            <a:off x="7842036" y="3993504"/>
            <a:ext cx="2653290" cy="369332"/>
          </a:xfrm>
          <a:prstGeom prst="rect">
            <a:avLst/>
          </a:prstGeom>
          <a:noFill/>
        </p:spPr>
        <p:txBody>
          <a:bodyPr wrap="none" rtlCol="0">
            <a:spAutoFit/>
          </a:bodyPr>
          <a:lstStyle/>
          <a:p>
            <a:r>
              <a:rPr lang="en-US" dirty="0">
                <a:latin typeface="Abadi" panose="020B0604020104020204" pitchFamily="34" charset="0"/>
              </a:rPr>
              <a:t>Occurs in ~8% of NSCLC</a:t>
            </a:r>
          </a:p>
        </p:txBody>
      </p:sp>
    </p:spTree>
    <p:extLst>
      <p:ext uri="{BB962C8B-B14F-4D97-AF65-F5344CB8AC3E}">
        <p14:creationId xmlns:p14="http://schemas.microsoft.com/office/powerpoint/2010/main" val="1137058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39289-9355-7102-646E-7F5713DE2732}"/>
              </a:ext>
            </a:extLst>
          </p:cNvPr>
          <p:cNvSpPr>
            <a:spLocks noGrp="1"/>
          </p:cNvSpPr>
          <p:nvPr>
            <p:ph type="title"/>
          </p:nvPr>
        </p:nvSpPr>
        <p:spPr>
          <a:xfrm>
            <a:off x="399661" y="141191"/>
            <a:ext cx="10515600" cy="1325563"/>
          </a:xfrm>
        </p:spPr>
        <p:txBody>
          <a:bodyPr/>
          <a:lstStyle/>
          <a:p>
            <a:r>
              <a:rPr lang="en-US" dirty="0"/>
              <a:t>Synthetic lethality in action…</a:t>
            </a:r>
          </a:p>
        </p:txBody>
      </p:sp>
      <p:pic>
        <p:nvPicPr>
          <p:cNvPr id="10" name="Picture 2" descr="Figure 1. PRMT5 methylates substrates using SAM as a cofactor. MTA accumulates in MTAP-deleted cancers and can competitively bind the active site of PRMT5, thereby inhibiting SAM binding and partially inhibiting PRMT5 methyltransferase activity in the tumor cell. By cooperatively binding to PRMT5 together with MTA, MRTX1719 recapitulates the synthetic lethal relationship observed in functional genomics screens and does not impair PRMT5 to the same levels in normal cells as in the MTAP-deleted cancer cells, showing a therapeutic window for PRMT5 inhibition. PRMT5 inhibitor, PRMT5i.">
            <a:extLst>
              <a:ext uri="{FF2B5EF4-FFF2-40B4-BE49-F238E27FC236}">
                <a16:creationId xmlns:a16="http://schemas.microsoft.com/office/drawing/2014/main" id="{F9DD381B-5073-EA2F-B0CA-3041AB34000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7868" y="1333575"/>
            <a:ext cx="9782029" cy="480322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3A4E3A2-EA3A-FEF7-B562-BA69FCFD8EC6}"/>
              </a:ext>
            </a:extLst>
          </p:cNvPr>
          <p:cNvSpPr txBox="1"/>
          <p:nvPr/>
        </p:nvSpPr>
        <p:spPr>
          <a:xfrm>
            <a:off x="6500098" y="6492875"/>
            <a:ext cx="4044697" cy="369332"/>
          </a:xfrm>
          <a:prstGeom prst="rect">
            <a:avLst/>
          </a:prstGeom>
          <a:noFill/>
        </p:spPr>
        <p:txBody>
          <a:bodyPr wrap="none" rtlCol="0">
            <a:spAutoFit/>
          </a:bodyPr>
          <a:lstStyle/>
          <a:p>
            <a:r>
              <a:rPr lang="en-US" dirty="0">
                <a:latin typeface="Abadi" panose="020B0604020104020204" pitchFamily="34" charset="0"/>
              </a:rPr>
              <a:t>Mulvaney et al, Cancer Discovery 2023</a:t>
            </a:r>
          </a:p>
        </p:txBody>
      </p:sp>
    </p:spTree>
    <p:extLst>
      <p:ext uri="{BB962C8B-B14F-4D97-AF65-F5344CB8AC3E}">
        <p14:creationId xmlns:p14="http://schemas.microsoft.com/office/powerpoint/2010/main" val="2978890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ACCE2A-1583-291D-5CE6-B9FC3BEF2737}"/>
              </a:ext>
            </a:extLst>
          </p:cNvPr>
          <p:cNvPicPr>
            <a:picLocks noChangeAspect="1"/>
          </p:cNvPicPr>
          <p:nvPr/>
        </p:nvPicPr>
        <p:blipFill>
          <a:blip r:embed="rId2"/>
          <a:stretch>
            <a:fillRect/>
          </a:stretch>
        </p:blipFill>
        <p:spPr>
          <a:xfrm>
            <a:off x="232115" y="1881409"/>
            <a:ext cx="4802873" cy="1919472"/>
          </a:xfrm>
          <a:prstGeom prst="rect">
            <a:avLst/>
          </a:prstGeom>
        </p:spPr>
      </p:pic>
      <p:pic>
        <p:nvPicPr>
          <p:cNvPr id="9" name="Picture 8">
            <a:extLst>
              <a:ext uri="{FF2B5EF4-FFF2-40B4-BE49-F238E27FC236}">
                <a16:creationId xmlns:a16="http://schemas.microsoft.com/office/drawing/2014/main" id="{541CD30E-8AFF-A7F8-1F17-8D9FEDD7AB59}"/>
              </a:ext>
            </a:extLst>
          </p:cNvPr>
          <p:cNvPicPr>
            <a:picLocks noChangeAspect="1"/>
          </p:cNvPicPr>
          <p:nvPr/>
        </p:nvPicPr>
        <p:blipFill>
          <a:blip r:embed="rId3"/>
          <a:stretch>
            <a:fillRect/>
          </a:stretch>
        </p:blipFill>
        <p:spPr>
          <a:xfrm>
            <a:off x="5341128" y="1881409"/>
            <a:ext cx="6850872" cy="1372424"/>
          </a:xfrm>
          <a:prstGeom prst="rect">
            <a:avLst/>
          </a:prstGeom>
        </p:spPr>
      </p:pic>
      <p:sp>
        <p:nvSpPr>
          <p:cNvPr id="10" name="TextBox 9">
            <a:extLst>
              <a:ext uri="{FF2B5EF4-FFF2-40B4-BE49-F238E27FC236}">
                <a16:creationId xmlns:a16="http://schemas.microsoft.com/office/drawing/2014/main" id="{9BFC0A6A-62C5-A067-C872-53BAB9F1C0A8}"/>
              </a:ext>
            </a:extLst>
          </p:cNvPr>
          <p:cNvSpPr txBox="1"/>
          <p:nvPr/>
        </p:nvSpPr>
        <p:spPr>
          <a:xfrm>
            <a:off x="1515979" y="3797587"/>
            <a:ext cx="1544012" cy="369332"/>
          </a:xfrm>
          <a:prstGeom prst="rect">
            <a:avLst/>
          </a:prstGeom>
          <a:noFill/>
        </p:spPr>
        <p:txBody>
          <a:bodyPr wrap="none" rtlCol="0">
            <a:spAutoFit/>
          </a:bodyPr>
          <a:lstStyle/>
          <a:p>
            <a:r>
              <a:rPr lang="en-US" dirty="0">
                <a:latin typeface="Abadi" panose="020B0604020104020204" pitchFamily="34" charset="0"/>
              </a:rPr>
              <a:t>Science 2016</a:t>
            </a:r>
          </a:p>
        </p:txBody>
      </p:sp>
      <p:sp>
        <p:nvSpPr>
          <p:cNvPr id="11" name="TextBox 10">
            <a:extLst>
              <a:ext uri="{FF2B5EF4-FFF2-40B4-BE49-F238E27FC236}">
                <a16:creationId xmlns:a16="http://schemas.microsoft.com/office/drawing/2014/main" id="{E41B3798-80BD-6E1B-AC6B-FB8B567682A5}"/>
              </a:ext>
            </a:extLst>
          </p:cNvPr>
          <p:cNvSpPr txBox="1"/>
          <p:nvPr/>
        </p:nvSpPr>
        <p:spPr>
          <a:xfrm>
            <a:off x="5580622" y="3257960"/>
            <a:ext cx="2004075" cy="369332"/>
          </a:xfrm>
          <a:prstGeom prst="rect">
            <a:avLst/>
          </a:prstGeom>
          <a:noFill/>
        </p:spPr>
        <p:txBody>
          <a:bodyPr wrap="none" rtlCol="0">
            <a:spAutoFit/>
          </a:bodyPr>
          <a:lstStyle/>
          <a:p>
            <a:r>
              <a:rPr lang="en-US" dirty="0">
                <a:latin typeface="Abadi" panose="020B0604020104020204" pitchFamily="34" charset="0"/>
              </a:rPr>
              <a:t>Cell Reports 2016</a:t>
            </a:r>
          </a:p>
        </p:txBody>
      </p:sp>
    </p:spTree>
    <p:extLst>
      <p:ext uri="{BB962C8B-B14F-4D97-AF65-F5344CB8AC3E}">
        <p14:creationId xmlns:p14="http://schemas.microsoft.com/office/powerpoint/2010/main" val="2661522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58F61AA-9BC4-4FD6-70FD-E633AC609E48}"/>
              </a:ext>
            </a:extLst>
          </p:cNvPr>
          <p:cNvPicPr>
            <a:picLocks noChangeAspect="1"/>
          </p:cNvPicPr>
          <p:nvPr/>
        </p:nvPicPr>
        <p:blipFill>
          <a:blip r:embed="rId2"/>
          <a:stretch>
            <a:fillRect/>
          </a:stretch>
        </p:blipFill>
        <p:spPr>
          <a:xfrm>
            <a:off x="4970952" y="2176214"/>
            <a:ext cx="7179946" cy="3384831"/>
          </a:xfrm>
          <a:prstGeom prst="rect">
            <a:avLst/>
          </a:prstGeom>
        </p:spPr>
      </p:pic>
      <p:sp>
        <p:nvSpPr>
          <p:cNvPr id="2" name="Title 1">
            <a:extLst>
              <a:ext uri="{FF2B5EF4-FFF2-40B4-BE49-F238E27FC236}">
                <a16:creationId xmlns:a16="http://schemas.microsoft.com/office/drawing/2014/main" id="{538FE5DB-0269-25F1-F5F6-ECA6AD77DCD3}"/>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8C51FA6B-A48E-6DC5-2275-7A0C9FBE47A4}"/>
              </a:ext>
            </a:extLst>
          </p:cNvPr>
          <p:cNvPicPr>
            <a:picLocks noChangeAspect="1"/>
          </p:cNvPicPr>
          <p:nvPr/>
        </p:nvPicPr>
        <p:blipFill>
          <a:blip r:embed="rId3"/>
          <a:stretch>
            <a:fillRect/>
          </a:stretch>
        </p:blipFill>
        <p:spPr>
          <a:xfrm>
            <a:off x="75360" y="89880"/>
            <a:ext cx="6020640" cy="2600688"/>
          </a:xfrm>
          <a:prstGeom prst="rect">
            <a:avLst/>
          </a:prstGeom>
        </p:spPr>
      </p:pic>
      <p:sp>
        <p:nvSpPr>
          <p:cNvPr id="3" name="TextBox 2">
            <a:extLst>
              <a:ext uri="{FF2B5EF4-FFF2-40B4-BE49-F238E27FC236}">
                <a16:creationId xmlns:a16="http://schemas.microsoft.com/office/drawing/2014/main" id="{5C25FA07-3C98-F43C-6190-B8FBE220E024}"/>
              </a:ext>
            </a:extLst>
          </p:cNvPr>
          <p:cNvSpPr txBox="1"/>
          <p:nvPr/>
        </p:nvSpPr>
        <p:spPr>
          <a:xfrm>
            <a:off x="6500098" y="6492875"/>
            <a:ext cx="4057521" cy="369332"/>
          </a:xfrm>
          <a:prstGeom prst="rect">
            <a:avLst/>
          </a:prstGeom>
          <a:noFill/>
        </p:spPr>
        <p:txBody>
          <a:bodyPr wrap="none" rtlCol="0">
            <a:spAutoFit/>
          </a:bodyPr>
          <a:lstStyle/>
          <a:p>
            <a:r>
              <a:rPr lang="en-US" dirty="0">
                <a:latin typeface="Abadi" panose="020B0604020104020204" pitchFamily="34" charset="0"/>
              </a:rPr>
              <a:t>Engstrom et al, Cancer Discovery 2023</a:t>
            </a:r>
          </a:p>
        </p:txBody>
      </p:sp>
      <p:pic>
        <p:nvPicPr>
          <p:cNvPr id="4" name="Picture 3">
            <a:extLst>
              <a:ext uri="{FF2B5EF4-FFF2-40B4-BE49-F238E27FC236}">
                <a16:creationId xmlns:a16="http://schemas.microsoft.com/office/drawing/2014/main" id="{F188370F-1AC6-AB06-F83C-026A01C6EF77}"/>
              </a:ext>
            </a:extLst>
          </p:cNvPr>
          <p:cNvPicPr>
            <a:picLocks noChangeAspect="1"/>
          </p:cNvPicPr>
          <p:nvPr/>
        </p:nvPicPr>
        <p:blipFill rotWithShape="1">
          <a:blip r:embed="rId4"/>
          <a:srcRect l="-708" t="14410" r="58208" b="10223"/>
          <a:stretch/>
        </p:blipFill>
        <p:spPr>
          <a:xfrm>
            <a:off x="955079" y="3166762"/>
            <a:ext cx="3473813" cy="2620580"/>
          </a:xfrm>
          <a:prstGeom prst="rect">
            <a:avLst/>
          </a:prstGeom>
        </p:spPr>
      </p:pic>
    </p:spTree>
    <p:extLst>
      <p:ext uri="{BB962C8B-B14F-4D97-AF65-F5344CB8AC3E}">
        <p14:creationId xmlns:p14="http://schemas.microsoft.com/office/powerpoint/2010/main" val="3890188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ACD4C-7939-327C-D3B5-E3ECD2DAF6A9}"/>
              </a:ext>
            </a:extLst>
          </p:cNvPr>
          <p:cNvSpPr>
            <a:spLocks noGrp="1"/>
          </p:cNvSpPr>
          <p:nvPr>
            <p:ph type="title"/>
          </p:nvPr>
        </p:nvSpPr>
        <p:spPr>
          <a:xfrm>
            <a:off x="583557" y="84260"/>
            <a:ext cx="10515600" cy="1325563"/>
          </a:xfrm>
        </p:spPr>
        <p:txBody>
          <a:bodyPr>
            <a:normAutofit fontScale="90000"/>
          </a:bodyPr>
          <a:lstStyle/>
          <a:p>
            <a:r>
              <a:rPr lang="en-US" sz="4400" dirty="0"/>
              <a:t>PRMT5 inhibitor BMS-986504 (MRTX1719)</a:t>
            </a:r>
            <a:br>
              <a:rPr lang="en-US" sz="4400" dirty="0"/>
            </a:br>
            <a:r>
              <a:rPr lang="en-US" sz="4400" dirty="0"/>
              <a:t>in pan-tumor phase 1</a:t>
            </a:r>
            <a:endParaRPr lang="en-US" dirty="0"/>
          </a:p>
        </p:txBody>
      </p:sp>
      <p:pic>
        <p:nvPicPr>
          <p:cNvPr id="9" name="Picture 8">
            <a:extLst>
              <a:ext uri="{FF2B5EF4-FFF2-40B4-BE49-F238E27FC236}">
                <a16:creationId xmlns:a16="http://schemas.microsoft.com/office/drawing/2014/main" id="{B4B5ED45-8EC3-EB73-EB9B-62F9279A89F6}"/>
              </a:ext>
            </a:extLst>
          </p:cNvPr>
          <p:cNvPicPr>
            <a:picLocks noChangeAspect="1"/>
          </p:cNvPicPr>
          <p:nvPr/>
        </p:nvPicPr>
        <p:blipFill rotWithShape="1">
          <a:blip r:embed="rId2"/>
          <a:srcRect t="8958" b="39774"/>
          <a:stretch/>
        </p:blipFill>
        <p:spPr>
          <a:xfrm>
            <a:off x="190657" y="2584580"/>
            <a:ext cx="8368159" cy="2046399"/>
          </a:xfrm>
          <a:prstGeom prst="rect">
            <a:avLst/>
          </a:prstGeom>
        </p:spPr>
      </p:pic>
      <p:pic>
        <p:nvPicPr>
          <p:cNvPr id="7" name="Picture 6">
            <a:extLst>
              <a:ext uri="{FF2B5EF4-FFF2-40B4-BE49-F238E27FC236}">
                <a16:creationId xmlns:a16="http://schemas.microsoft.com/office/drawing/2014/main" id="{499A8B01-3D78-6FDC-B9E2-2FF09C8E0F15}"/>
              </a:ext>
            </a:extLst>
          </p:cNvPr>
          <p:cNvPicPr>
            <a:picLocks noChangeAspect="1"/>
          </p:cNvPicPr>
          <p:nvPr/>
        </p:nvPicPr>
        <p:blipFill>
          <a:blip r:embed="rId3"/>
          <a:stretch>
            <a:fillRect/>
          </a:stretch>
        </p:blipFill>
        <p:spPr>
          <a:xfrm>
            <a:off x="8126963" y="1701726"/>
            <a:ext cx="4065037" cy="4268799"/>
          </a:xfrm>
          <a:prstGeom prst="rect">
            <a:avLst/>
          </a:prstGeom>
        </p:spPr>
      </p:pic>
      <p:sp>
        <p:nvSpPr>
          <p:cNvPr id="10" name="TextBox 9">
            <a:extLst>
              <a:ext uri="{FF2B5EF4-FFF2-40B4-BE49-F238E27FC236}">
                <a16:creationId xmlns:a16="http://schemas.microsoft.com/office/drawing/2014/main" id="{B7C16E25-FB9B-0F9A-89EB-98499BC9BDC8}"/>
              </a:ext>
            </a:extLst>
          </p:cNvPr>
          <p:cNvSpPr txBox="1"/>
          <p:nvPr/>
        </p:nvSpPr>
        <p:spPr>
          <a:xfrm>
            <a:off x="8275899" y="6539696"/>
            <a:ext cx="2486578" cy="369332"/>
          </a:xfrm>
          <a:prstGeom prst="rect">
            <a:avLst/>
          </a:prstGeom>
          <a:noFill/>
        </p:spPr>
        <p:txBody>
          <a:bodyPr wrap="none" rtlCol="0">
            <a:spAutoFit/>
          </a:bodyPr>
          <a:lstStyle/>
          <a:p>
            <a:r>
              <a:rPr lang="en-US" dirty="0">
                <a:latin typeface="Abadi" panose="020B0604020104020204" pitchFamily="34" charset="0"/>
              </a:rPr>
              <a:t>Rodon et al, ENA 2024</a:t>
            </a:r>
          </a:p>
        </p:txBody>
      </p:sp>
    </p:spTree>
    <p:extLst>
      <p:ext uri="{BB962C8B-B14F-4D97-AF65-F5344CB8AC3E}">
        <p14:creationId xmlns:p14="http://schemas.microsoft.com/office/powerpoint/2010/main" val="82218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791B8-269E-800D-0D29-3336F05D3576}"/>
              </a:ext>
            </a:extLst>
          </p:cNvPr>
          <p:cNvSpPr>
            <a:spLocks noGrp="1"/>
          </p:cNvSpPr>
          <p:nvPr>
            <p:ph type="title"/>
          </p:nvPr>
        </p:nvSpPr>
        <p:spPr/>
        <p:txBody>
          <a:bodyPr/>
          <a:lstStyle/>
          <a:p>
            <a:r>
              <a:rPr lang="en-US" dirty="0"/>
              <a:t>PRMT5 inhibitor AMG193</a:t>
            </a:r>
            <a:br>
              <a:rPr lang="en-US" dirty="0"/>
            </a:br>
            <a:r>
              <a:rPr lang="en-US" dirty="0"/>
              <a:t>in pan-tumor phase 1</a:t>
            </a:r>
          </a:p>
        </p:txBody>
      </p:sp>
      <p:pic>
        <p:nvPicPr>
          <p:cNvPr id="5" name="Picture 4">
            <a:extLst>
              <a:ext uri="{FF2B5EF4-FFF2-40B4-BE49-F238E27FC236}">
                <a16:creationId xmlns:a16="http://schemas.microsoft.com/office/drawing/2014/main" id="{1587E5BC-802A-EFB5-9604-F015C6F0C10D}"/>
              </a:ext>
            </a:extLst>
          </p:cNvPr>
          <p:cNvPicPr>
            <a:picLocks noChangeAspect="1"/>
          </p:cNvPicPr>
          <p:nvPr/>
        </p:nvPicPr>
        <p:blipFill rotWithShape="1">
          <a:blip r:embed="rId2"/>
          <a:srcRect t="10775"/>
          <a:stretch/>
        </p:blipFill>
        <p:spPr>
          <a:xfrm>
            <a:off x="1025130" y="1574157"/>
            <a:ext cx="10604625" cy="4507455"/>
          </a:xfrm>
          <a:prstGeom prst="rect">
            <a:avLst/>
          </a:prstGeom>
        </p:spPr>
      </p:pic>
      <p:sp>
        <p:nvSpPr>
          <p:cNvPr id="6" name="TextBox 5">
            <a:extLst>
              <a:ext uri="{FF2B5EF4-FFF2-40B4-BE49-F238E27FC236}">
                <a16:creationId xmlns:a16="http://schemas.microsoft.com/office/drawing/2014/main" id="{1C3058DF-DD11-F311-56CA-EF891F9D601A}"/>
              </a:ext>
            </a:extLst>
          </p:cNvPr>
          <p:cNvSpPr txBox="1"/>
          <p:nvPr/>
        </p:nvSpPr>
        <p:spPr>
          <a:xfrm>
            <a:off x="6713316" y="6250329"/>
            <a:ext cx="2670924" cy="369332"/>
          </a:xfrm>
          <a:prstGeom prst="rect">
            <a:avLst/>
          </a:prstGeom>
          <a:noFill/>
        </p:spPr>
        <p:txBody>
          <a:bodyPr wrap="none" rtlCol="0">
            <a:spAutoFit/>
          </a:bodyPr>
          <a:lstStyle/>
          <a:p>
            <a:r>
              <a:rPr lang="en-US" dirty="0">
                <a:latin typeface="Abadi" panose="020B0604020104020204" pitchFamily="34" charset="0"/>
              </a:rPr>
              <a:t>Sacher et al, ESMO 2024</a:t>
            </a:r>
          </a:p>
        </p:txBody>
      </p:sp>
    </p:spTree>
    <p:extLst>
      <p:ext uri="{BB962C8B-B14F-4D97-AF65-F5344CB8AC3E}">
        <p14:creationId xmlns:p14="http://schemas.microsoft.com/office/powerpoint/2010/main" val="1629368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37E73-A1D9-0359-9448-8521DEE9F6AD}"/>
              </a:ext>
            </a:extLst>
          </p:cNvPr>
          <p:cNvSpPr>
            <a:spLocks noGrp="1"/>
          </p:cNvSpPr>
          <p:nvPr>
            <p:ph type="title"/>
          </p:nvPr>
        </p:nvSpPr>
        <p:spPr/>
        <p:txBody>
          <a:bodyPr/>
          <a:lstStyle/>
          <a:p>
            <a:r>
              <a:rPr lang="en-US" dirty="0"/>
              <a:t>Summary: Targeting MTAP deletion </a:t>
            </a:r>
          </a:p>
        </p:txBody>
      </p:sp>
      <p:sp>
        <p:nvSpPr>
          <p:cNvPr id="3" name="Content Placeholder 2">
            <a:extLst>
              <a:ext uri="{FF2B5EF4-FFF2-40B4-BE49-F238E27FC236}">
                <a16:creationId xmlns:a16="http://schemas.microsoft.com/office/drawing/2014/main" id="{C694B560-7C0A-6D6E-8760-89D05B492F72}"/>
              </a:ext>
            </a:extLst>
          </p:cNvPr>
          <p:cNvSpPr>
            <a:spLocks noGrp="1"/>
          </p:cNvSpPr>
          <p:nvPr>
            <p:ph idx="1"/>
          </p:nvPr>
        </p:nvSpPr>
        <p:spPr/>
        <p:txBody>
          <a:bodyPr>
            <a:normAutofit/>
          </a:bodyPr>
          <a:lstStyle/>
          <a:p>
            <a:r>
              <a:rPr lang="en-US" sz="3600" i="1" dirty="0"/>
              <a:t>MTAP</a:t>
            </a:r>
            <a:r>
              <a:rPr lang="en-US" sz="3600" dirty="0"/>
              <a:t> often co-deleted with </a:t>
            </a:r>
            <a:r>
              <a:rPr lang="en-US" sz="3600" i="1" dirty="0"/>
              <a:t>CDKN2A</a:t>
            </a:r>
          </a:p>
          <a:p>
            <a:r>
              <a:rPr lang="en-US" sz="3600" dirty="0"/>
              <a:t>Treating patients with </a:t>
            </a:r>
            <a:r>
              <a:rPr lang="en-US" sz="3600" i="1" dirty="0"/>
              <a:t>MTAP</a:t>
            </a:r>
            <a:r>
              <a:rPr lang="en-US" sz="3600" dirty="0"/>
              <a:t> deleted tumors with PRMT5 inhibitors leads to response rates of ~30%</a:t>
            </a:r>
          </a:p>
          <a:p>
            <a:r>
              <a:rPr lang="en-US" sz="3600" dirty="0"/>
              <a:t>Further refinement of biomarkers (NGS panels, IHC, </a:t>
            </a:r>
            <a:r>
              <a:rPr lang="en-US" sz="3600" dirty="0" err="1"/>
              <a:t>etc</a:t>
            </a:r>
            <a:r>
              <a:rPr lang="en-US" sz="3600" dirty="0"/>
              <a:t>) and further prospective trials will help to define whether this is targetable</a:t>
            </a:r>
          </a:p>
        </p:txBody>
      </p:sp>
    </p:spTree>
    <p:extLst>
      <p:ext uri="{BB962C8B-B14F-4D97-AF65-F5344CB8AC3E}">
        <p14:creationId xmlns:p14="http://schemas.microsoft.com/office/powerpoint/2010/main" val="1906065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E2EE-3127-ADD0-41C1-BD010455D016}"/>
              </a:ext>
            </a:extLst>
          </p:cNvPr>
          <p:cNvSpPr>
            <a:spLocks noGrp="1"/>
          </p:cNvSpPr>
          <p:nvPr>
            <p:ph type="title"/>
          </p:nvPr>
        </p:nvSpPr>
        <p:spPr/>
        <p:txBody>
          <a:bodyPr/>
          <a:lstStyle/>
          <a:p>
            <a:r>
              <a:rPr lang="en-US" dirty="0"/>
              <a:t>Targeting </a:t>
            </a:r>
            <a:r>
              <a:rPr lang="en-US" i="1" dirty="0"/>
              <a:t>SMARCA4</a:t>
            </a:r>
            <a:r>
              <a:rPr lang="en-US" dirty="0"/>
              <a:t> alterations</a:t>
            </a:r>
          </a:p>
        </p:txBody>
      </p:sp>
      <p:pic>
        <p:nvPicPr>
          <p:cNvPr id="8" name="Picture 7">
            <a:extLst>
              <a:ext uri="{FF2B5EF4-FFF2-40B4-BE49-F238E27FC236}">
                <a16:creationId xmlns:a16="http://schemas.microsoft.com/office/drawing/2014/main" id="{928E9867-1F01-A5C2-3375-236F809F11BA}"/>
              </a:ext>
            </a:extLst>
          </p:cNvPr>
          <p:cNvPicPr>
            <a:picLocks noChangeAspect="1"/>
          </p:cNvPicPr>
          <p:nvPr/>
        </p:nvPicPr>
        <p:blipFill>
          <a:blip r:embed="rId2"/>
          <a:stretch>
            <a:fillRect/>
          </a:stretch>
        </p:blipFill>
        <p:spPr>
          <a:xfrm>
            <a:off x="838200" y="1771548"/>
            <a:ext cx="7725853" cy="1857634"/>
          </a:xfrm>
          <a:prstGeom prst="rect">
            <a:avLst/>
          </a:prstGeom>
        </p:spPr>
      </p:pic>
      <p:pic>
        <p:nvPicPr>
          <p:cNvPr id="10" name="Picture 9">
            <a:extLst>
              <a:ext uri="{FF2B5EF4-FFF2-40B4-BE49-F238E27FC236}">
                <a16:creationId xmlns:a16="http://schemas.microsoft.com/office/drawing/2014/main" id="{ED08A13F-AD85-91FD-10A4-1C7AD84CD7F9}"/>
              </a:ext>
            </a:extLst>
          </p:cNvPr>
          <p:cNvPicPr>
            <a:picLocks noChangeAspect="1"/>
          </p:cNvPicPr>
          <p:nvPr/>
        </p:nvPicPr>
        <p:blipFill>
          <a:blip r:embed="rId3"/>
          <a:stretch>
            <a:fillRect/>
          </a:stretch>
        </p:blipFill>
        <p:spPr>
          <a:xfrm>
            <a:off x="1098689" y="3710042"/>
            <a:ext cx="3000794" cy="2629267"/>
          </a:xfrm>
          <a:prstGeom prst="rect">
            <a:avLst/>
          </a:prstGeom>
        </p:spPr>
      </p:pic>
      <p:sp>
        <p:nvSpPr>
          <p:cNvPr id="11" name="TextBox 10">
            <a:extLst>
              <a:ext uri="{FF2B5EF4-FFF2-40B4-BE49-F238E27FC236}">
                <a16:creationId xmlns:a16="http://schemas.microsoft.com/office/drawing/2014/main" id="{D4B7B9EF-696C-C618-3E91-4AFD105CED4A}"/>
              </a:ext>
            </a:extLst>
          </p:cNvPr>
          <p:cNvSpPr txBox="1"/>
          <p:nvPr/>
        </p:nvSpPr>
        <p:spPr>
          <a:xfrm>
            <a:off x="8353778" y="6186311"/>
            <a:ext cx="2977097" cy="369332"/>
          </a:xfrm>
          <a:prstGeom prst="rect">
            <a:avLst/>
          </a:prstGeom>
          <a:noFill/>
        </p:spPr>
        <p:txBody>
          <a:bodyPr wrap="none" rtlCol="0">
            <a:spAutoFit/>
          </a:bodyPr>
          <a:lstStyle/>
          <a:p>
            <a:r>
              <a:rPr lang="en-US" dirty="0">
                <a:latin typeface="Abadi" panose="020B0604020104020204" pitchFamily="34" charset="0"/>
              </a:rPr>
              <a:t>Schoenfeld et al, CCR 2020 </a:t>
            </a:r>
          </a:p>
        </p:txBody>
      </p:sp>
      <p:sp>
        <p:nvSpPr>
          <p:cNvPr id="12" name="TextBox 11">
            <a:extLst>
              <a:ext uri="{FF2B5EF4-FFF2-40B4-BE49-F238E27FC236}">
                <a16:creationId xmlns:a16="http://schemas.microsoft.com/office/drawing/2014/main" id="{0674DE94-F12E-721A-FCF4-7DC5569567C2}"/>
              </a:ext>
            </a:extLst>
          </p:cNvPr>
          <p:cNvSpPr txBox="1"/>
          <p:nvPr/>
        </p:nvSpPr>
        <p:spPr>
          <a:xfrm>
            <a:off x="7074897" y="5233745"/>
            <a:ext cx="3952331" cy="830997"/>
          </a:xfrm>
          <a:prstGeom prst="rect">
            <a:avLst/>
          </a:prstGeom>
          <a:solidFill>
            <a:schemeClr val="accent1">
              <a:lumMod val="20000"/>
              <a:lumOff val="80000"/>
            </a:schemeClr>
          </a:solidFill>
        </p:spPr>
        <p:txBody>
          <a:bodyPr wrap="square" rtlCol="0">
            <a:spAutoFit/>
          </a:bodyPr>
          <a:lstStyle/>
          <a:p>
            <a:pPr algn="ctr"/>
            <a:r>
              <a:rPr lang="en-US" sz="2400" dirty="0">
                <a:latin typeface="Abadi" panose="020B0604020104020204" pitchFamily="34" charset="0"/>
              </a:rPr>
              <a:t>8% of patients with NSCLC have </a:t>
            </a:r>
            <a:r>
              <a:rPr lang="en-US" sz="2400" i="1" dirty="0">
                <a:latin typeface="Abadi" panose="020B0604020104020204" pitchFamily="34" charset="0"/>
              </a:rPr>
              <a:t>SMARCA4</a:t>
            </a:r>
            <a:r>
              <a:rPr lang="en-US" sz="2400" dirty="0">
                <a:latin typeface="Abadi" panose="020B0604020104020204" pitchFamily="34" charset="0"/>
              </a:rPr>
              <a:t> mutations</a:t>
            </a:r>
          </a:p>
        </p:txBody>
      </p:sp>
      <p:sp>
        <p:nvSpPr>
          <p:cNvPr id="3" name="Arc 2">
            <a:extLst>
              <a:ext uri="{FF2B5EF4-FFF2-40B4-BE49-F238E27FC236}">
                <a16:creationId xmlns:a16="http://schemas.microsoft.com/office/drawing/2014/main" id="{469CEE5E-2415-F9BC-CA8A-CDF759EF7162}"/>
              </a:ext>
            </a:extLst>
          </p:cNvPr>
          <p:cNvSpPr/>
          <p:nvPr/>
        </p:nvSpPr>
        <p:spPr>
          <a:xfrm>
            <a:off x="3833035" y="3078312"/>
            <a:ext cx="1278294" cy="1549308"/>
          </a:xfrm>
          <a:prstGeom prst="arc">
            <a:avLst>
              <a:gd name="adj1" fmla="val 21067161"/>
              <a:gd name="adj2" fmla="val 5262561"/>
            </a:avLst>
          </a:prstGeom>
          <a:ln w="7620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252557F8-AF77-C56D-5B20-E7685F1BFD11}"/>
              </a:ext>
            </a:extLst>
          </p:cNvPr>
          <p:cNvSpPr txBox="1"/>
          <p:nvPr/>
        </p:nvSpPr>
        <p:spPr>
          <a:xfrm>
            <a:off x="5237069" y="3981289"/>
            <a:ext cx="3675655" cy="646331"/>
          </a:xfrm>
          <a:prstGeom prst="rect">
            <a:avLst/>
          </a:prstGeom>
          <a:solidFill>
            <a:srgbClr val="FFFF00"/>
          </a:solidFill>
        </p:spPr>
        <p:txBody>
          <a:bodyPr wrap="square" rtlCol="0">
            <a:spAutoFit/>
          </a:bodyPr>
          <a:lstStyle/>
          <a:p>
            <a:r>
              <a:rPr lang="en-US" dirty="0">
                <a:latin typeface="Abadi" panose="020B0604020104020204" pitchFamily="34" charset="0"/>
              </a:rPr>
              <a:t>Numerous point mutations lead to loss of functional protein</a:t>
            </a:r>
          </a:p>
        </p:txBody>
      </p:sp>
    </p:spTree>
    <p:extLst>
      <p:ext uri="{BB962C8B-B14F-4D97-AF65-F5344CB8AC3E}">
        <p14:creationId xmlns:p14="http://schemas.microsoft.com/office/powerpoint/2010/main" val="3739938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A850B0-D2C6-8F8E-637C-0B0582415422}"/>
              </a:ext>
            </a:extLst>
          </p:cNvPr>
          <p:cNvPicPr>
            <a:picLocks noChangeAspect="1"/>
          </p:cNvPicPr>
          <p:nvPr/>
        </p:nvPicPr>
        <p:blipFill>
          <a:blip r:embed="rId2"/>
          <a:stretch>
            <a:fillRect/>
          </a:stretch>
        </p:blipFill>
        <p:spPr>
          <a:xfrm>
            <a:off x="5906746" y="3019533"/>
            <a:ext cx="4591691" cy="3620005"/>
          </a:xfrm>
          <a:prstGeom prst="rect">
            <a:avLst/>
          </a:prstGeom>
        </p:spPr>
      </p:pic>
      <p:pic>
        <p:nvPicPr>
          <p:cNvPr id="7" name="Picture 6">
            <a:extLst>
              <a:ext uri="{FF2B5EF4-FFF2-40B4-BE49-F238E27FC236}">
                <a16:creationId xmlns:a16="http://schemas.microsoft.com/office/drawing/2014/main" id="{CCABDB93-8415-F658-08C0-B8E07BBA0B68}"/>
              </a:ext>
            </a:extLst>
          </p:cNvPr>
          <p:cNvPicPr>
            <a:picLocks noChangeAspect="1"/>
          </p:cNvPicPr>
          <p:nvPr/>
        </p:nvPicPr>
        <p:blipFill>
          <a:blip r:embed="rId3"/>
          <a:stretch>
            <a:fillRect/>
          </a:stretch>
        </p:blipFill>
        <p:spPr>
          <a:xfrm>
            <a:off x="0" y="85219"/>
            <a:ext cx="8592749" cy="2057687"/>
          </a:xfrm>
          <a:prstGeom prst="rect">
            <a:avLst/>
          </a:prstGeom>
        </p:spPr>
      </p:pic>
      <p:sp>
        <p:nvSpPr>
          <p:cNvPr id="9" name="TextBox 8">
            <a:extLst>
              <a:ext uri="{FF2B5EF4-FFF2-40B4-BE49-F238E27FC236}">
                <a16:creationId xmlns:a16="http://schemas.microsoft.com/office/drawing/2014/main" id="{7479CC39-EE7A-61B0-B178-478FE2ACB174}"/>
              </a:ext>
            </a:extLst>
          </p:cNvPr>
          <p:cNvSpPr txBox="1"/>
          <p:nvPr/>
        </p:nvSpPr>
        <p:spPr>
          <a:xfrm>
            <a:off x="1519178" y="3652738"/>
            <a:ext cx="3388488" cy="1200329"/>
          </a:xfrm>
          <a:prstGeom prst="rect">
            <a:avLst/>
          </a:prstGeom>
          <a:solidFill>
            <a:schemeClr val="accent1">
              <a:lumMod val="20000"/>
              <a:lumOff val="80000"/>
            </a:schemeClr>
          </a:solidFill>
        </p:spPr>
        <p:txBody>
          <a:bodyPr wrap="square">
            <a:spAutoFit/>
          </a:bodyPr>
          <a:lstStyle/>
          <a:p>
            <a:r>
              <a:rPr lang="en-US" dirty="0">
                <a:latin typeface="Abadi" panose="020B0604020104020204" pitchFamily="34" charset="0"/>
              </a:rPr>
              <a:t>In patients with metastatic NSCLC, SMARCA4 alterations were associated with shorter overall survival</a:t>
            </a:r>
          </a:p>
        </p:txBody>
      </p:sp>
    </p:spTree>
    <p:extLst>
      <p:ext uri="{BB962C8B-B14F-4D97-AF65-F5344CB8AC3E}">
        <p14:creationId xmlns:p14="http://schemas.microsoft.com/office/powerpoint/2010/main" val="1571727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E2EE-3127-ADD0-41C1-BD010455D016}"/>
              </a:ext>
            </a:extLst>
          </p:cNvPr>
          <p:cNvSpPr>
            <a:spLocks noGrp="1"/>
          </p:cNvSpPr>
          <p:nvPr>
            <p:ph type="title"/>
          </p:nvPr>
        </p:nvSpPr>
        <p:spPr/>
        <p:txBody>
          <a:bodyPr/>
          <a:lstStyle/>
          <a:p>
            <a:r>
              <a:rPr lang="en-US" dirty="0"/>
              <a:t>Targeting SMARCA4 alterations</a:t>
            </a:r>
          </a:p>
        </p:txBody>
      </p:sp>
      <p:pic>
        <p:nvPicPr>
          <p:cNvPr id="2050" name="Picture 2" descr="Fig. 1">
            <a:extLst>
              <a:ext uri="{FF2B5EF4-FFF2-40B4-BE49-F238E27FC236}">
                <a16:creationId xmlns:a16="http://schemas.microsoft.com/office/drawing/2014/main" id="{8D4A14B8-6340-7B77-8FAF-E3D41B9F86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1" y="1690688"/>
            <a:ext cx="7722528" cy="45101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6344A24-1CB9-DC2B-11EA-C101558F7BD3}"/>
              </a:ext>
            </a:extLst>
          </p:cNvPr>
          <p:cNvSpPr txBox="1"/>
          <p:nvPr/>
        </p:nvSpPr>
        <p:spPr>
          <a:xfrm>
            <a:off x="7642578" y="6517217"/>
            <a:ext cx="4730782" cy="369332"/>
          </a:xfrm>
          <a:prstGeom prst="rect">
            <a:avLst/>
          </a:prstGeom>
          <a:noFill/>
        </p:spPr>
        <p:txBody>
          <a:bodyPr wrap="none" rtlCol="0">
            <a:spAutoFit/>
          </a:bodyPr>
          <a:lstStyle/>
          <a:p>
            <a:r>
              <a:rPr lang="en-US" dirty="0">
                <a:latin typeface="Abadi" panose="020B0604020104020204" pitchFamily="34" charset="0"/>
              </a:rPr>
              <a:t>Modified from </a:t>
            </a:r>
            <a:r>
              <a:rPr lang="en-US" dirty="0" err="1">
                <a:latin typeface="Abadi" panose="020B0604020104020204" pitchFamily="34" charset="0"/>
              </a:rPr>
              <a:t>Navickas</a:t>
            </a:r>
            <a:r>
              <a:rPr lang="en-US" dirty="0">
                <a:latin typeface="Abadi" panose="020B0604020104020204" pitchFamily="34" charset="0"/>
              </a:rPr>
              <a:t> et al, Oncogene 2023</a:t>
            </a:r>
          </a:p>
        </p:txBody>
      </p:sp>
      <p:sp>
        <p:nvSpPr>
          <p:cNvPr id="5" name="TextBox 4">
            <a:extLst>
              <a:ext uri="{FF2B5EF4-FFF2-40B4-BE49-F238E27FC236}">
                <a16:creationId xmlns:a16="http://schemas.microsoft.com/office/drawing/2014/main" id="{11B84666-0EAC-ED4A-C7EA-A52CFA3AD209}"/>
              </a:ext>
            </a:extLst>
          </p:cNvPr>
          <p:cNvSpPr txBox="1"/>
          <p:nvPr/>
        </p:nvSpPr>
        <p:spPr>
          <a:xfrm>
            <a:off x="6500093" y="3429000"/>
            <a:ext cx="1644874" cy="738664"/>
          </a:xfrm>
          <a:prstGeom prst="rect">
            <a:avLst/>
          </a:prstGeom>
          <a:solidFill>
            <a:srgbClr val="FFFF00"/>
          </a:solidFill>
        </p:spPr>
        <p:txBody>
          <a:bodyPr wrap="none" rtlCol="0">
            <a:spAutoFit/>
          </a:bodyPr>
          <a:lstStyle/>
          <a:p>
            <a:pPr algn="ctr"/>
            <a:r>
              <a:rPr lang="en-US" sz="1400" b="1" dirty="0">
                <a:latin typeface="Abadi" panose="020B0604020104020204" pitchFamily="34" charset="0"/>
              </a:rPr>
              <a:t>SMARCA4 (BRG1) </a:t>
            </a:r>
          </a:p>
          <a:p>
            <a:pPr algn="ctr"/>
            <a:r>
              <a:rPr lang="en-US" sz="1400" b="1" dirty="0">
                <a:latin typeface="Abadi" panose="020B0604020104020204" pitchFamily="34" charset="0"/>
              </a:rPr>
              <a:t>or </a:t>
            </a:r>
          </a:p>
          <a:p>
            <a:pPr algn="ctr"/>
            <a:r>
              <a:rPr lang="en-US" sz="1400" b="1" dirty="0">
                <a:latin typeface="Abadi" panose="020B0604020104020204" pitchFamily="34" charset="0"/>
              </a:rPr>
              <a:t>SMARCA2 (BRM)</a:t>
            </a:r>
          </a:p>
        </p:txBody>
      </p:sp>
      <p:sp>
        <p:nvSpPr>
          <p:cNvPr id="6" name="Arc 5">
            <a:extLst>
              <a:ext uri="{FF2B5EF4-FFF2-40B4-BE49-F238E27FC236}">
                <a16:creationId xmlns:a16="http://schemas.microsoft.com/office/drawing/2014/main" id="{E7E29802-E248-3D55-C04A-0BCC10E09656}"/>
              </a:ext>
            </a:extLst>
          </p:cNvPr>
          <p:cNvSpPr/>
          <p:nvPr/>
        </p:nvSpPr>
        <p:spPr>
          <a:xfrm rot="19894592">
            <a:off x="5253242" y="3452884"/>
            <a:ext cx="2135381" cy="1187432"/>
          </a:xfrm>
          <a:prstGeom prst="arc">
            <a:avLst>
              <a:gd name="adj1" fmla="val 2100976"/>
              <a:gd name="adj2" fmla="val 11752677"/>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badi" panose="020B0604020104020204" pitchFamily="34" charset="0"/>
            </a:endParaRPr>
          </a:p>
        </p:txBody>
      </p:sp>
    </p:spTree>
    <p:extLst>
      <p:ext uri="{BB962C8B-B14F-4D97-AF65-F5344CB8AC3E}">
        <p14:creationId xmlns:p14="http://schemas.microsoft.com/office/powerpoint/2010/main" val="3305542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E2EE-3127-ADD0-41C1-BD010455D016}"/>
              </a:ext>
            </a:extLst>
          </p:cNvPr>
          <p:cNvSpPr>
            <a:spLocks noGrp="1"/>
          </p:cNvSpPr>
          <p:nvPr>
            <p:ph type="title"/>
          </p:nvPr>
        </p:nvSpPr>
        <p:spPr/>
        <p:txBody>
          <a:bodyPr/>
          <a:lstStyle/>
          <a:p>
            <a:r>
              <a:rPr lang="en-US" dirty="0"/>
              <a:t>Targeting SMARCA4 alterations</a:t>
            </a:r>
          </a:p>
        </p:txBody>
      </p:sp>
      <p:pic>
        <p:nvPicPr>
          <p:cNvPr id="2050" name="Picture 2" descr="Fig. 1">
            <a:extLst>
              <a:ext uri="{FF2B5EF4-FFF2-40B4-BE49-F238E27FC236}">
                <a16:creationId xmlns:a16="http://schemas.microsoft.com/office/drawing/2014/main" id="{8D4A14B8-6340-7B77-8FAF-E3D41B9F86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1" y="1690688"/>
            <a:ext cx="7722528" cy="45101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6344A24-1CB9-DC2B-11EA-C101558F7BD3}"/>
              </a:ext>
            </a:extLst>
          </p:cNvPr>
          <p:cNvSpPr txBox="1"/>
          <p:nvPr/>
        </p:nvSpPr>
        <p:spPr>
          <a:xfrm>
            <a:off x="7642578" y="6517217"/>
            <a:ext cx="4730782" cy="369332"/>
          </a:xfrm>
          <a:prstGeom prst="rect">
            <a:avLst/>
          </a:prstGeom>
          <a:noFill/>
        </p:spPr>
        <p:txBody>
          <a:bodyPr wrap="none" rtlCol="0">
            <a:spAutoFit/>
          </a:bodyPr>
          <a:lstStyle/>
          <a:p>
            <a:r>
              <a:rPr lang="en-US" dirty="0">
                <a:latin typeface="Abadi" panose="020B0604020104020204" pitchFamily="34" charset="0"/>
              </a:rPr>
              <a:t>Modified from </a:t>
            </a:r>
            <a:r>
              <a:rPr lang="en-US" dirty="0" err="1">
                <a:latin typeface="Abadi" panose="020B0604020104020204" pitchFamily="34" charset="0"/>
              </a:rPr>
              <a:t>Navickas</a:t>
            </a:r>
            <a:r>
              <a:rPr lang="en-US" dirty="0">
                <a:latin typeface="Abadi" panose="020B0604020104020204" pitchFamily="34" charset="0"/>
              </a:rPr>
              <a:t> et al, Oncogene 2023</a:t>
            </a:r>
          </a:p>
        </p:txBody>
      </p:sp>
      <p:sp>
        <p:nvSpPr>
          <p:cNvPr id="5" name="TextBox 4">
            <a:extLst>
              <a:ext uri="{FF2B5EF4-FFF2-40B4-BE49-F238E27FC236}">
                <a16:creationId xmlns:a16="http://schemas.microsoft.com/office/drawing/2014/main" id="{11B84666-0EAC-ED4A-C7EA-A52CFA3AD209}"/>
              </a:ext>
            </a:extLst>
          </p:cNvPr>
          <p:cNvSpPr txBox="1"/>
          <p:nvPr/>
        </p:nvSpPr>
        <p:spPr>
          <a:xfrm>
            <a:off x="6823034" y="3429000"/>
            <a:ext cx="998991" cy="738664"/>
          </a:xfrm>
          <a:prstGeom prst="rect">
            <a:avLst/>
          </a:prstGeom>
          <a:solidFill>
            <a:srgbClr val="FFFF00"/>
          </a:solidFill>
        </p:spPr>
        <p:txBody>
          <a:bodyPr wrap="none" rtlCol="0">
            <a:spAutoFit/>
          </a:bodyPr>
          <a:lstStyle/>
          <a:p>
            <a:pPr algn="ctr"/>
            <a:r>
              <a:rPr lang="en-US" sz="1400" b="1" dirty="0">
                <a:latin typeface="Abadi" panose="020B0604020104020204" pitchFamily="34" charset="0"/>
              </a:rPr>
              <a:t>SMARCA4 </a:t>
            </a:r>
          </a:p>
          <a:p>
            <a:pPr algn="ctr"/>
            <a:r>
              <a:rPr lang="en-US" sz="1400" b="1" dirty="0">
                <a:latin typeface="Abadi" panose="020B0604020104020204" pitchFamily="34" charset="0"/>
              </a:rPr>
              <a:t>or </a:t>
            </a:r>
          </a:p>
          <a:p>
            <a:pPr algn="ctr"/>
            <a:r>
              <a:rPr lang="en-US" sz="1400" b="1" dirty="0">
                <a:latin typeface="Abadi" panose="020B0604020104020204" pitchFamily="34" charset="0"/>
              </a:rPr>
              <a:t>SMARCA2</a:t>
            </a:r>
          </a:p>
        </p:txBody>
      </p:sp>
      <p:sp>
        <p:nvSpPr>
          <p:cNvPr id="6" name="Arc 5">
            <a:extLst>
              <a:ext uri="{FF2B5EF4-FFF2-40B4-BE49-F238E27FC236}">
                <a16:creationId xmlns:a16="http://schemas.microsoft.com/office/drawing/2014/main" id="{E7E29802-E248-3D55-C04A-0BCC10E09656}"/>
              </a:ext>
            </a:extLst>
          </p:cNvPr>
          <p:cNvSpPr/>
          <p:nvPr/>
        </p:nvSpPr>
        <p:spPr>
          <a:xfrm rot="19894592">
            <a:off x="5253242" y="3452884"/>
            <a:ext cx="2135381" cy="1187432"/>
          </a:xfrm>
          <a:prstGeom prst="arc">
            <a:avLst>
              <a:gd name="adj1" fmla="val 2100976"/>
              <a:gd name="adj2" fmla="val 11752677"/>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badi" panose="020B0604020104020204" pitchFamily="34" charset="0"/>
            </a:endParaRPr>
          </a:p>
        </p:txBody>
      </p:sp>
      <p:cxnSp>
        <p:nvCxnSpPr>
          <p:cNvPr id="8" name="Straight Connector 7">
            <a:extLst>
              <a:ext uri="{FF2B5EF4-FFF2-40B4-BE49-F238E27FC236}">
                <a16:creationId xmlns:a16="http://schemas.microsoft.com/office/drawing/2014/main" id="{42AF27E7-5523-9641-B0C0-0ADAEBCF2154}"/>
              </a:ext>
            </a:extLst>
          </p:cNvPr>
          <p:cNvCxnSpPr>
            <a:cxnSpLocks/>
          </p:cNvCxnSpPr>
          <p:nvPr/>
        </p:nvCxnSpPr>
        <p:spPr>
          <a:xfrm>
            <a:off x="6923314" y="3564294"/>
            <a:ext cx="8089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4AD02E5-7C2A-E354-1B66-7E1889F3F918}"/>
              </a:ext>
            </a:extLst>
          </p:cNvPr>
          <p:cNvSpPr txBox="1"/>
          <p:nvPr/>
        </p:nvSpPr>
        <p:spPr>
          <a:xfrm>
            <a:off x="7642578" y="3798332"/>
            <a:ext cx="1986506" cy="369332"/>
          </a:xfrm>
          <a:prstGeom prst="rect">
            <a:avLst/>
          </a:prstGeom>
          <a:noFill/>
        </p:spPr>
        <p:txBody>
          <a:bodyPr wrap="none" rtlCol="0">
            <a:spAutoFit/>
          </a:bodyPr>
          <a:lstStyle/>
          <a:p>
            <a:r>
              <a:rPr lang="en-US" dirty="0">
                <a:solidFill>
                  <a:schemeClr val="accent2">
                    <a:lumMod val="75000"/>
                  </a:schemeClr>
                </a:solidFill>
              </a:rPr>
              <a:t>X – inhibit/degrade</a:t>
            </a:r>
          </a:p>
        </p:txBody>
      </p:sp>
    </p:spTree>
    <p:extLst>
      <p:ext uri="{BB962C8B-B14F-4D97-AF65-F5344CB8AC3E}">
        <p14:creationId xmlns:p14="http://schemas.microsoft.com/office/powerpoint/2010/main" val="1098527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AFF21-6D14-C641-4346-ADE69F011965}"/>
              </a:ext>
            </a:extLst>
          </p:cNvPr>
          <p:cNvSpPr>
            <a:spLocks noGrp="1"/>
          </p:cNvSpPr>
          <p:nvPr>
            <p:ph type="title"/>
          </p:nvPr>
        </p:nvSpPr>
        <p:spPr/>
        <p:txBody>
          <a:bodyPr/>
          <a:lstStyle/>
          <a:p>
            <a:r>
              <a:rPr lang="en-US" dirty="0"/>
              <a:t>PRT3789, SMARCA2 degrader</a:t>
            </a:r>
          </a:p>
        </p:txBody>
      </p:sp>
      <p:sp>
        <p:nvSpPr>
          <p:cNvPr id="6" name="TextBox 5">
            <a:extLst>
              <a:ext uri="{FF2B5EF4-FFF2-40B4-BE49-F238E27FC236}">
                <a16:creationId xmlns:a16="http://schemas.microsoft.com/office/drawing/2014/main" id="{6BC86344-B029-8FD9-D847-F4854D6E681E}"/>
              </a:ext>
            </a:extLst>
          </p:cNvPr>
          <p:cNvSpPr txBox="1"/>
          <p:nvPr/>
        </p:nvSpPr>
        <p:spPr>
          <a:xfrm>
            <a:off x="9595412" y="6453420"/>
            <a:ext cx="2409634" cy="369332"/>
          </a:xfrm>
          <a:prstGeom prst="rect">
            <a:avLst/>
          </a:prstGeom>
          <a:noFill/>
        </p:spPr>
        <p:txBody>
          <a:bodyPr wrap="none" rtlCol="0">
            <a:spAutoFit/>
          </a:bodyPr>
          <a:lstStyle/>
          <a:p>
            <a:r>
              <a:rPr lang="en-US" dirty="0">
                <a:latin typeface="Abadi" panose="020B0604020104020204" pitchFamily="34" charset="0"/>
              </a:rPr>
              <a:t>Guo et al, ESMO 2024</a:t>
            </a:r>
          </a:p>
        </p:txBody>
      </p:sp>
      <p:pic>
        <p:nvPicPr>
          <p:cNvPr id="4" name="Picture 3">
            <a:extLst>
              <a:ext uri="{FF2B5EF4-FFF2-40B4-BE49-F238E27FC236}">
                <a16:creationId xmlns:a16="http://schemas.microsoft.com/office/drawing/2014/main" id="{92B6278C-DD9D-C952-98AE-0708CEEF6F9E}"/>
              </a:ext>
            </a:extLst>
          </p:cNvPr>
          <p:cNvPicPr>
            <a:picLocks noChangeAspect="1"/>
          </p:cNvPicPr>
          <p:nvPr/>
        </p:nvPicPr>
        <p:blipFill rotWithShape="1">
          <a:blip r:embed="rId2"/>
          <a:srcRect t="9392" b="7025"/>
          <a:stretch/>
        </p:blipFill>
        <p:spPr>
          <a:xfrm>
            <a:off x="365143" y="1370000"/>
            <a:ext cx="10664101" cy="4909502"/>
          </a:xfrm>
          <a:prstGeom prst="rect">
            <a:avLst/>
          </a:prstGeom>
        </p:spPr>
      </p:pic>
    </p:spTree>
    <p:extLst>
      <p:ext uri="{BB962C8B-B14F-4D97-AF65-F5344CB8AC3E}">
        <p14:creationId xmlns:p14="http://schemas.microsoft.com/office/powerpoint/2010/main" val="1913289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AFF21-6D14-C641-4346-ADE69F011965}"/>
              </a:ext>
            </a:extLst>
          </p:cNvPr>
          <p:cNvSpPr>
            <a:spLocks noGrp="1"/>
          </p:cNvSpPr>
          <p:nvPr>
            <p:ph type="title"/>
          </p:nvPr>
        </p:nvSpPr>
        <p:spPr/>
        <p:txBody>
          <a:bodyPr/>
          <a:lstStyle/>
          <a:p>
            <a:r>
              <a:rPr lang="en-US" dirty="0"/>
              <a:t>PRT3789, SMARCA2 degrader, in SMARCA4 altered cancers</a:t>
            </a:r>
          </a:p>
        </p:txBody>
      </p:sp>
      <p:pic>
        <p:nvPicPr>
          <p:cNvPr id="5" name="Picture 4">
            <a:extLst>
              <a:ext uri="{FF2B5EF4-FFF2-40B4-BE49-F238E27FC236}">
                <a16:creationId xmlns:a16="http://schemas.microsoft.com/office/drawing/2014/main" id="{CD9E8D80-5561-2D8E-4BDF-B556D637B403}"/>
              </a:ext>
            </a:extLst>
          </p:cNvPr>
          <p:cNvPicPr>
            <a:picLocks noChangeAspect="1"/>
          </p:cNvPicPr>
          <p:nvPr/>
        </p:nvPicPr>
        <p:blipFill rotWithShape="1">
          <a:blip r:embed="rId2"/>
          <a:srcRect t="22439" b="7566"/>
          <a:stretch/>
        </p:blipFill>
        <p:spPr>
          <a:xfrm>
            <a:off x="452906" y="1690688"/>
            <a:ext cx="11553940" cy="4094292"/>
          </a:xfrm>
          <a:prstGeom prst="rect">
            <a:avLst/>
          </a:prstGeom>
        </p:spPr>
      </p:pic>
      <p:sp>
        <p:nvSpPr>
          <p:cNvPr id="6" name="TextBox 5">
            <a:extLst>
              <a:ext uri="{FF2B5EF4-FFF2-40B4-BE49-F238E27FC236}">
                <a16:creationId xmlns:a16="http://schemas.microsoft.com/office/drawing/2014/main" id="{6BC86344-B029-8FD9-D847-F4854D6E681E}"/>
              </a:ext>
            </a:extLst>
          </p:cNvPr>
          <p:cNvSpPr txBox="1"/>
          <p:nvPr/>
        </p:nvSpPr>
        <p:spPr>
          <a:xfrm>
            <a:off x="9595412" y="6453420"/>
            <a:ext cx="2409634" cy="369332"/>
          </a:xfrm>
          <a:prstGeom prst="rect">
            <a:avLst/>
          </a:prstGeom>
          <a:noFill/>
        </p:spPr>
        <p:txBody>
          <a:bodyPr wrap="none" rtlCol="0">
            <a:spAutoFit/>
          </a:bodyPr>
          <a:lstStyle/>
          <a:p>
            <a:r>
              <a:rPr lang="en-US" dirty="0">
                <a:latin typeface="Abadi" panose="020B0604020104020204" pitchFamily="34" charset="0"/>
              </a:rPr>
              <a:t>Guo et al, ESMO 2024</a:t>
            </a:r>
          </a:p>
        </p:txBody>
      </p:sp>
      <p:pic>
        <p:nvPicPr>
          <p:cNvPr id="4" name="Picture 3">
            <a:extLst>
              <a:ext uri="{FF2B5EF4-FFF2-40B4-BE49-F238E27FC236}">
                <a16:creationId xmlns:a16="http://schemas.microsoft.com/office/drawing/2014/main" id="{78F3BFA0-22F9-4D1F-2F93-461F4F779902}"/>
              </a:ext>
            </a:extLst>
          </p:cNvPr>
          <p:cNvPicPr>
            <a:picLocks noChangeAspect="1"/>
          </p:cNvPicPr>
          <p:nvPr/>
        </p:nvPicPr>
        <p:blipFill>
          <a:blip r:embed="rId3"/>
          <a:stretch>
            <a:fillRect/>
          </a:stretch>
        </p:blipFill>
        <p:spPr>
          <a:xfrm>
            <a:off x="1838186" y="5167312"/>
            <a:ext cx="7563906" cy="762106"/>
          </a:xfrm>
          <a:prstGeom prst="rect">
            <a:avLst/>
          </a:prstGeom>
        </p:spPr>
      </p:pic>
      <p:pic>
        <p:nvPicPr>
          <p:cNvPr id="8" name="Picture 7">
            <a:extLst>
              <a:ext uri="{FF2B5EF4-FFF2-40B4-BE49-F238E27FC236}">
                <a16:creationId xmlns:a16="http://schemas.microsoft.com/office/drawing/2014/main" id="{22B56356-437C-52FE-AEA2-4568EC08A5F9}"/>
              </a:ext>
            </a:extLst>
          </p:cNvPr>
          <p:cNvPicPr>
            <a:picLocks noChangeAspect="1"/>
          </p:cNvPicPr>
          <p:nvPr/>
        </p:nvPicPr>
        <p:blipFill>
          <a:blip r:embed="rId4"/>
          <a:stretch>
            <a:fillRect/>
          </a:stretch>
        </p:blipFill>
        <p:spPr>
          <a:xfrm>
            <a:off x="1838186" y="5929418"/>
            <a:ext cx="8536620" cy="256740"/>
          </a:xfrm>
          <a:prstGeom prst="rect">
            <a:avLst/>
          </a:prstGeom>
        </p:spPr>
      </p:pic>
    </p:spTree>
    <p:extLst>
      <p:ext uri="{BB962C8B-B14F-4D97-AF65-F5344CB8AC3E}">
        <p14:creationId xmlns:p14="http://schemas.microsoft.com/office/powerpoint/2010/main" val="722904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37E73-A1D9-0359-9448-8521DEE9F6AD}"/>
              </a:ext>
            </a:extLst>
          </p:cNvPr>
          <p:cNvSpPr>
            <a:spLocks noGrp="1"/>
          </p:cNvSpPr>
          <p:nvPr>
            <p:ph type="title"/>
          </p:nvPr>
        </p:nvSpPr>
        <p:spPr/>
        <p:txBody>
          <a:bodyPr/>
          <a:lstStyle/>
          <a:p>
            <a:r>
              <a:rPr lang="en-US" dirty="0"/>
              <a:t>Summary: Targeting SMARCA4 alterations</a:t>
            </a:r>
          </a:p>
        </p:txBody>
      </p:sp>
      <p:sp>
        <p:nvSpPr>
          <p:cNvPr id="3" name="Content Placeholder 2">
            <a:extLst>
              <a:ext uri="{FF2B5EF4-FFF2-40B4-BE49-F238E27FC236}">
                <a16:creationId xmlns:a16="http://schemas.microsoft.com/office/drawing/2014/main" id="{C694B560-7C0A-6D6E-8760-89D05B492F72}"/>
              </a:ext>
            </a:extLst>
          </p:cNvPr>
          <p:cNvSpPr>
            <a:spLocks noGrp="1"/>
          </p:cNvSpPr>
          <p:nvPr>
            <p:ph idx="1"/>
          </p:nvPr>
        </p:nvSpPr>
        <p:spPr/>
        <p:txBody>
          <a:bodyPr>
            <a:normAutofit/>
          </a:bodyPr>
          <a:lstStyle/>
          <a:p>
            <a:r>
              <a:rPr lang="en-US" sz="3600" i="1" dirty="0"/>
              <a:t>SMARCA4</a:t>
            </a:r>
            <a:r>
              <a:rPr lang="en-US" sz="3600" dirty="0"/>
              <a:t> alterations lead to loss of function of SMARCA4(BRG1) in ~8% of patients</a:t>
            </a:r>
          </a:p>
          <a:p>
            <a:r>
              <a:rPr lang="en-US" sz="3600" dirty="0"/>
              <a:t>Synthetic lethal approach with IV SMARCA2 degrader leads to some tumor shrinkage</a:t>
            </a:r>
          </a:p>
          <a:p>
            <a:r>
              <a:rPr lang="en-US" sz="3600" dirty="0"/>
              <a:t>Further refinement of biomarkers (LOF mutations only? IHC?) and further prospective trials with new drugs (oral?) will help to define whether this is targetable</a:t>
            </a:r>
          </a:p>
        </p:txBody>
      </p:sp>
    </p:spTree>
    <p:extLst>
      <p:ext uri="{BB962C8B-B14F-4D97-AF65-F5344CB8AC3E}">
        <p14:creationId xmlns:p14="http://schemas.microsoft.com/office/powerpoint/2010/main" val="1901791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B3C43-7A18-685A-F3D9-DFEB7C077157}"/>
              </a:ext>
            </a:extLst>
          </p:cNvPr>
          <p:cNvSpPr>
            <a:spLocks noGrp="1"/>
          </p:cNvSpPr>
          <p:nvPr>
            <p:ph type="title"/>
          </p:nvPr>
        </p:nvSpPr>
        <p:spPr/>
        <p:txBody>
          <a:bodyPr/>
          <a:lstStyle/>
          <a:p>
            <a:r>
              <a:rPr lang="en-US" dirty="0"/>
              <a:t>Are </a:t>
            </a:r>
            <a:r>
              <a:rPr lang="en-US" i="1" dirty="0"/>
              <a:t>TP53</a:t>
            </a:r>
            <a:r>
              <a:rPr lang="en-US" dirty="0"/>
              <a:t> mutations a target?</a:t>
            </a:r>
          </a:p>
        </p:txBody>
      </p:sp>
      <p:sp>
        <p:nvSpPr>
          <p:cNvPr id="4" name="TextBox 3">
            <a:extLst>
              <a:ext uri="{FF2B5EF4-FFF2-40B4-BE49-F238E27FC236}">
                <a16:creationId xmlns:a16="http://schemas.microsoft.com/office/drawing/2014/main" id="{0BA3AFE6-846C-0D5A-A42E-BE2109D65730}"/>
              </a:ext>
            </a:extLst>
          </p:cNvPr>
          <p:cNvSpPr txBox="1"/>
          <p:nvPr/>
        </p:nvSpPr>
        <p:spPr>
          <a:xfrm>
            <a:off x="2878666" y="6488668"/>
            <a:ext cx="9128205" cy="369332"/>
          </a:xfrm>
          <a:prstGeom prst="rect">
            <a:avLst/>
          </a:prstGeom>
          <a:noFill/>
        </p:spPr>
        <p:txBody>
          <a:bodyPr wrap="none" rtlCol="0">
            <a:spAutoFit/>
          </a:bodyPr>
          <a:lstStyle/>
          <a:p>
            <a:r>
              <a:rPr lang="en-US" dirty="0"/>
              <a:t>TP53 mutations in NSCLC tumors, Data from Genie 17.0 public, accessed at genie.cbioportal.org</a:t>
            </a:r>
          </a:p>
        </p:txBody>
      </p:sp>
      <p:graphicFrame>
        <p:nvGraphicFramePr>
          <p:cNvPr id="9" name="Chart 8">
            <a:extLst>
              <a:ext uri="{FF2B5EF4-FFF2-40B4-BE49-F238E27FC236}">
                <a16:creationId xmlns:a16="http://schemas.microsoft.com/office/drawing/2014/main" id="{9FB739B4-A610-104C-743B-EA0B6C0C2A5D}"/>
              </a:ext>
            </a:extLst>
          </p:cNvPr>
          <p:cNvGraphicFramePr/>
          <p:nvPr>
            <p:extLst>
              <p:ext uri="{D42A27DB-BD31-4B8C-83A1-F6EECF244321}">
                <p14:modId xmlns:p14="http://schemas.microsoft.com/office/powerpoint/2010/main" val="3677576534"/>
              </p:ext>
            </p:extLst>
          </p:nvPr>
        </p:nvGraphicFramePr>
        <p:xfrm>
          <a:off x="2032000" y="1074208"/>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53397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B3C43-7A18-685A-F3D9-DFEB7C077157}"/>
              </a:ext>
            </a:extLst>
          </p:cNvPr>
          <p:cNvSpPr>
            <a:spLocks noGrp="1"/>
          </p:cNvSpPr>
          <p:nvPr>
            <p:ph type="title"/>
          </p:nvPr>
        </p:nvSpPr>
        <p:spPr/>
        <p:txBody>
          <a:bodyPr>
            <a:normAutofit fontScale="90000"/>
          </a:bodyPr>
          <a:lstStyle/>
          <a:p>
            <a:r>
              <a:rPr lang="en-US" dirty="0"/>
              <a:t>Of all these mutations that can inactivate P53, one has a drug that aims to “reactivate” P53</a:t>
            </a:r>
          </a:p>
        </p:txBody>
      </p:sp>
      <p:sp>
        <p:nvSpPr>
          <p:cNvPr id="4" name="TextBox 3">
            <a:extLst>
              <a:ext uri="{FF2B5EF4-FFF2-40B4-BE49-F238E27FC236}">
                <a16:creationId xmlns:a16="http://schemas.microsoft.com/office/drawing/2014/main" id="{0BA3AFE6-846C-0D5A-A42E-BE2109D65730}"/>
              </a:ext>
            </a:extLst>
          </p:cNvPr>
          <p:cNvSpPr txBox="1"/>
          <p:nvPr/>
        </p:nvSpPr>
        <p:spPr>
          <a:xfrm>
            <a:off x="3225571" y="6403974"/>
            <a:ext cx="8729121" cy="369332"/>
          </a:xfrm>
          <a:prstGeom prst="rect">
            <a:avLst/>
          </a:prstGeom>
          <a:noFill/>
        </p:spPr>
        <p:txBody>
          <a:bodyPr wrap="none" rtlCol="0">
            <a:spAutoFit/>
          </a:bodyPr>
          <a:lstStyle/>
          <a:p>
            <a:r>
              <a:rPr lang="en-US" dirty="0"/>
              <a:t>Spectrum of TP53 mutations, Data from Genie 17.0 public, accessed at genie.cbioportal.org</a:t>
            </a:r>
          </a:p>
        </p:txBody>
      </p:sp>
      <p:pic>
        <p:nvPicPr>
          <p:cNvPr id="6" name="Picture 5">
            <a:extLst>
              <a:ext uri="{FF2B5EF4-FFF2-40B4-BE49-F238E27FC236}">
                <a16:creationId xmlns:a16="http://schemas.microsoft.com/office/drawing/2014/main" id="{A4559D96-0621-C434-6323-409090849E16}"/>
              </a:ext>
            </a:extLst>
          </p:cNvPr>
          <p:cNvPicPr>
            <a:picLocks noChangeAspect="1"/>
          </p:cNvPicPr>
          <p:nvPr/>
        </p:nvPicPr>
        <p:blipFill>
          <a:blip r:embed="rId2"/>
          <a:stretch>
            <a:fillRect/>
          </a:stretch>
        </p:blipFill>
        <p:spPr>
          <a:xfrm>
            <a:off x="237307" y="2400156"/>
            <a:ext cx="11717385" cy="2057687"/>
          </a:xfrm>
          <a:prstGeom prst="rect">
            <a:avLst/>
          </a:prstGeom>
        </p:spPr>
      </p:pic>
      <p:cxnSp>
        <p:nvCxnSpPr>
          <p:cNvPr id="5" name="Straight Arrow Connector 4">
            <a:extLst>
              <a:ext uri="{FF2B5EF4-FFF2-40B4-BE49-F238E27FC236}">
                <a16:creationId xmlns:a16="http://schemas.microsoft.com/office/drawing/2014/main" id="{7CC37097-8289-F93F-8DCA-E02407155D17}"/>
              </a:ext>
            </a:extLst>
          </p:cNvPr>
          <p:cNvCxnSpPr>
            <a:cxnSpLocks/>
          </p:cNvCxnSpPr>
          <p:nvPr/>
        </p:nvCxnSpPr>
        <p:spPr>
          <a:xfrm>
            <a:off x="6897511" y="2573867"/>
            <a:ext cx="0" cy="620889"/>
          </a:xfrm>
          <a:prstGeom prst="straightConnector1">
            <a:avLst/>
          </a:prstGeom>
          <a:ln w="603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4921A9B-156D-913B-B2C2-9527BF0A5118}"/>
              </a:ext>
            </a:extLst>
          </p:cNvPr>
          <p:cNvSpPr txBox="1"/>
          <p:nvPr/>
        </p:nvSpPr>
        <p:spPr>
          <a:xfrm>
            <a:off x="5953983" y="2025346"/>
            <a:ext cx="1887055" cy="461665"/>
          </a:xfrm>
          <a:prstGeom prst="rect">
            <a:avLst/>
          </a:prstGeom>
          <a:noFill/>
        </p:spPr>
        <p:txBody>
          <a:bodyPr wrap="none" rtlCol="0">
            <a:spAutoFit/>
          </a:bodyPr>
          <a:lstStyle/>
          <a:p>
            <a:r>
              <a:rPr lang="en-US" sz="2400" dirty="0">
                <a:latin typeface="Abadi" panose="020B0604020104020204" pitchFamily="34" charset="0"/>
              </a:rPr>
              <a:t>TP53 Y220C</a:t>
            </a:r>
          </a:p>
        </p:txBody>
      </p:sp>
    </p:spTree>
    <p:extLst>
      <p:ext uri="{BB962C8B-B14F-4D97-AF65-F5344CB8AC3E}">
        <p14:creationId xmlns:p14="http://schemas.microsoft.com/office/powerpoint/2010/main" val="20220207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C1404-68A3-5739-348C-70963E22A659}"/>
              </a:ext>
            </a:extLst>
          </p:cNvPr>
          <p:cNvSpPr>
            <a:spLocks noGrp="1"/>
          </p:cNvSpPr>
          <p:nvPr>
            <p:ph type="title"/>
          </p:nvPr>
        </p:nvSpPr>
        <p:spPr>
          <a:xfrm>
            <a:off x="614265" y="197174"/>
            <a:ext cx="10515600" cy="1325563"/>
          </a:xfrm>
        </p:spPr>
        <p:txBody>
          <a:bodyPr>
            <a:normAutofit/>
          </a:bodyPr>
          <a:lstStyle/>
          <a:p>
            <a:r>
              <a:rPr lang="en-US" sz="3600" b="1" i="0" u="none" strike="noStrike" baseline="0" dirty="0"/>
              <a:t>PC14586 in patients with advanced solid tumors harboring a </a:t>
            </a:r>
            <a:r>
              <a:rPr lang="en-US" sz="3600" b="1" i="1" u="none" strike="noStrike" baseline="0" dirty="0"/>
              <a:t>TP53 </a:t>
            </a:r>
            <a:r>
              <a:rPr lang="en-US" sz="3600" b="1" i="0" u="none" strike="noStrike" baseline="0" dirty="0"/>
              <a:t>Y220C mutation</a:t>
            </a:r>
            <a:endParaRPr lang="en-US" sz="6600" dirty="0"/>
          </a:p>
        </p:txBody>
      </p:sp>
      <p:pic>
        <p:nvPicPr>
          <p:cNvPr id="5" name="Picture 4">
            <a:extLst>
              <a:ext uri="{FF2B5EF4-FFF2-40B4-BE49-F238E27FC236}">
                <a16:creationId xmlns:a16="http://schemas.microsoft.com/office/drawing/2014/main" id="{44231938-CB50-A820-094C-005CEE50E171}"/>
              </a:ext>
            </a:extLst>
          </p:cNvPr>
          <p:cNvPicPr>
            <a:picLocks noChangeAspect="1"/>
          </p:cNvPicPr>
          <p:nvPr/>
        </p:nvPicPr>
        <p:blipFill rotWithShape="1">
          <a:blip r:embed="rId2"/>
          <a:srcRect l="1" r="926" b="13200"/>
          <a:stretch/>
        </p:blipFill>
        <p:spPr>
          <a:xfrm>
            <a:off x="0" y="2050882"/>
            <a:ext cx="12079111" cy="2392412"/>
          </a:xfrm>
          <a:prstGeom prst="rect">
            <a:avLst/>
          </a:prstGeom>
        </p:spPr>
      </p:pic>
      <p:sp>
        <p:nvSpPr>
          <p:cNvPr id="6" name="TextBox 5">
            <a:extLst>
              <a:ext uri="{FF2B5EF4-FFF2-40B4-BE49-F238E27FC236}">
                <a16:creationId xmlns:a16="http://schemas.microsoft.com/office/drawing/2014/main" id="{EBC340AD-3039-733C-D86C-B4D7DCBF6059}"/>
              </a:ext>
            </a:extLst>
          </p:cNvPr>
          <p:cNvSpPr txBox="1"/>
          <p:nvPr/>
        </p:nvSpPr>
        <p:spPr>
          <a:xfrm>
            <a:off x="4222967" y="1342995"/>
            <a:ext cx="6385081" cy="707886"/>
          </a:xfrm>
          <a:prstGeom prst="rect">
            <a:avLst/>
          </a:prstGeom>
          <a:solidFill>
            <a:schemeClr val="accent1">
              <a:lumMod val="20000"/>
              <a:lumOff val="80000"/>
            </a:schemeClr>
          </a:solidFill>
        </p:spPr>
        <p:txBody>
          <a:bodyPr wrap="none" rtlCol="0">
            <a:spAutoFit/>
          </a:bodyPr>
          <a:lstStyle/>
          <a:p>
            <a:r>
              <a:rPr lang="en-US" sz="2000" dirty="0">
                <a:latin typeface="Abadi" panose="020B0604020104020204" pitchFamily="34" charset="0"/>
              </a:rPr>
              <a:t>Excluded patients with KRAS</a:t>
            </a:r>
          </a:p>
          <a:p>
            <a:r>
              <a:rPr lang="en-US" sz="2000" dirty="0">
                <a:latin typeface="Abadi" panose="020B0604020104020204" pitchFamily="34" charset="0"/>
              </a:rPr>
              <a:t>Only included a single patient with small cell lung cancer</a:t>
            </a:r>
          </a:p>
        </p:txBody>
      </p:sp>
      <p:pic>
        <p:nvPicPr>
          <p:cNvPr id="8" name="Picture 7">
            <a:extLst>
              <a:ext uri="{FF2B5EF4-FFF2-40B4-BE49-F238E27FC236}">
                <a16:creationId xmlns:a16="http://schemas.microsoft.com/office/drawing/2014/main" id="{9D51A881-619C-F0B4-CCB8-432EA3C2423C}"/>
              </a:ext>
            </a:extLst>
          </p:cNvPr>
          <p:cNvPicPr>
            <a:picLocks noChangeAspect="1"/>
          </p:cNvPicPr>
          <p:nvPr/>
        </p:nvPicPr>
        <p:blipFill>
          <a:blip r:embed="rId3"/>
          <a:stretch>
            <a:fillRect/>
          </a:stretch>
        </p:blipFill>
        <p:spPr>
          <a:xfrm>
            <a:off x="0" y="4443293"/>
            <a:ext cx="6954220" cy="2143424"/>
          </a:xfrm>
          <a:prstGeom prst="rect">
            <a:avLst/>
          </a:prstGeom>
        </p:spPr>
      </p:pic>
      <p:sp>
        <p:nvSpPr>
          <p:cNvPr id="9" name="TextBox 8">
            <a:extLst>
              <a:ext uri="{FF2B5EF4-FFF2-40B4-BE49-F238E27FC236}">
                <a16:creationId xmlns:a16="http://schemas.microsoft.com/office/drawing/2014/main" id="{7289F179-6387-DC42-A993-042BF9C0782F}"/>
              </a:ext>
            </a:extLst>
          </p:cNvPr>
          <p:cNvSpPr txBox="1"/>
          <p:nvPr/>
        </p:nvSpPr>
        <p:spPr>
          <a:xfrm>
            <a:off x="9042399" y="6291494"/>
            <a:ext cx="2485360" cy="369332"/>
          </a:xfrm>
          <a:prstGeom prst="rect">
            <a:avLst/>
          </a:prstGeom>
          <a:noFill/>
        </p:spPr>
        <p:txBody>
          <a:bodyPr wrap="none" rtlCol="0">
            <a:spAutoFit/>
          </a:bodyPr>
          <a:lstStyle/>
          <a:p>
            <a:r>
              <a:rPr lang="en-US" dirty="0"/>
              <a:t>Schram et al, AACR 2023</a:t>
            </a:r>
          </a:p>
        </p:txBody>
      </p:sp>
    </p:spTree>
    <p:extLst>
      <p:ext uri="{BB962C8B-B14F-4D97-AF65-F5344CB8AC3E}">
        <p14:creationId xmlns:p14="http://schemas.microsoft.com/office/powerpoint/2010/main" val="4256984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14CD-14F8-3088-7D3A-C294F7E8A66A}"/>
              </a:ext>
            </a:extLst>
          </p:cNvPr>
          <p:cNvSpPr>
            <a:spLocks noGrp="1"/>
          </p:cNvSpPr>
          <p:nvPr>
            <p:ph type="title"/>
          </p:nvPr>
        </p:nvSpPr>
        <p:spPr/>
        <p:txBody>
          <a:bodyPr/>
          <a:lstStyle/>
          <a:p>
            <a:r>
              <a:rPr lang="en-US" dirty="0"/>
              <a:t>Targeting TP53</a:t>
            </a:r>
          </a:p>
        </p:txBody>
      </p:sp>
      <p:sp>
        <p:nvSpPr>
          <p:cNvPr id="3" name="Content Placeholder 2">
            <a:extLst>
              <a:ext uri="{FF2B5EF4-FFF2-40B4-BE49-F238E27FC236}">
                <a16:creationId xmlns:a16="http://schemas.microsoft.com/office/drawing/2014/main" id="{59E94BF0-58A8-9114-CCE1-3130A66671D0}"/>
              </a:ext>
            </a:extLst>
          </p:cNvPr>
          <p:cNvSpPr>
            <a:spLocks noGrp="1"/>
          </p:cNvSpPr>
          <p:nvPr>
            <p:ph idx="1"/>
          </p:nvPr>
        </p:nvSpPr>
        <p:spPr/>
        <p:txBody>
          <a:bodyPr/>
          <a:lstStyle/>
          <a:p>
            <a:r>
              <a:rPr lang="en-US" dirty="0"/>
              <a:t>A rare subset of </a:t>
            </a:r>
            <a:r>
              <a:rPr lang="en-US" i="1" dirty="0"/>
              <a:t>TP53</a:t>
            </a:r>
            <a:r>
              <a:rPr lang="en-US" dirty="0"/>
              <a:t> mutations may be targetable (in absence of other </a:t>
            </a:r>
            <a:r>
              <a:rPr lang="en-US"/>
              <a:t>driver oncogenes).</a:t>
            </a:r>
            <a:endParaRPr lang="en-US" dirty="0"/>
          </a:p>
          <a:p>
            <a:r>
              <a:rPr lang="en-US" dirty="0"/>
              <a:t>We await more data from patients with </a:t>
            </a:r>
            <a:r>
              <a:rPr lang="en-US" dirty="0" err="1"/>
              <a:t>non-small</a:t>
            </a:r>
            <a:r>
              <a:rPr lang="en-US" dirty="0"/>
              <a:t> cell and small cell lung cancer.</a:t>
            </a:r>
          </a:p>
        </p:txBody>
      </p:sp>
    </p:spTree>
    <p:extLst>
      <p:ext uri="{BB962C8B-B14F-4D97-AF65-F5344CB8AC3E}">
        <p14:creationId xmlns:p14="http://schemas.microsoft.com/office/powerpoint/2010/main" val="1398723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AE1B9-301A-4C60-A34F-C75F5E1C8607}"/>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0BE03C2-95B4-9C04-DDC5-76438A43814A}"/>
              </a:ext>
            </a:extLst>
          </p:cNvPr>
          <p:cNvSpPr>
            <a:spLocks noGrp="1"/>
          </p:cNvSpPr>
          <p:nvPr>
            <p:ph idx="1"/>
          </p:nvPr>
        </p:nvSpPr>
        <p:spPr/>
        <p:txBody>
          <a:bodyPr/>
          <a:lstStyle/>
          <a:p>
            <a:r>
              <a:rPr lang="en-US" dirty="0"/>
              <a:t>Not all pills that target cancer are TKIs!</a:t>
            </a:r>
          </a:p>
          <a:p>
            <a:r>
              <a:rPr lang="en-US" dirty="0"/>
              <a:t>Numerous mutations in tumor suppressor genes can lead to loss of function.</a:t>
            </a:r>
          </a:p>
          <a:p>
            <a:r>
              <a:rPr lang="en-US" dirty="0"/>
              <a:t>Some tumor suppressor genes can be targeted using “synthetic lethal” approaches</a:t>
            </a:r>
          </a:p>
          <a:p>
            <a:r>
              <a:rPr lang="en-US" dirty="0"/>
              <a:t>New targets with new drugs are in clinical trials!</a:t>
            </a:r>
          </a:p>
        </p:txBody>
      </p:sp>
    </p:spTree>
    <p:extLst>
      <p:ext uri="{BB962C8B-B14F-4D97-AF65-F5344CB8AC3E}">
        <p14:creationId xmlns:p14="http://schemas.microsoft.com/office/powerpoint/2010/main" val="40633720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643</TotalTime>
  <Words>759</Words>
  <Application>Microsoft Macintosh PowerPoint</Application>
  <PresentationFormat>Widescreen</PresentationFormat>
  <Paragraphs>127</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Abadi</vt:lpstr>
      <vt:lpstr>Arial</vt:lpstr>
      <vt:lpstr>Calibri</vt:lpstr>
      <vt:lpstr>Courier New</vt:lpstr>
      <vt:lpstr>Office Theme</vt:lpstr>
      <vt:lpstr>New TKIs: What to watch?</vt:lpstr>
      <vt:lpstr>Agenda</vt:lpstr>
      <vt:lpstr>A bit of a pedantic tangent… </vt:lpstr>
      <vt:lpstr>PowerPoint Presentation</vt:lpstr>
      <vt:lpstr>PowerPoint Presentation</vt:lpstr>
      <vt:lpstr>PowerPoint Presentation</vt:lpstr>
      <vt:lpstr>PowerPoint Presentation</vt:lpstr>
      <vt:lpstr>PowerPoint Presentation</vt:lpstr>
      <vt:lpstr>Concept of “synthetic lethal”</vt:lpstr>
      <vt:lpstr>Concept of “synthetic lethal”</vt:lpstr>
      <vt:lpstr>Concept of “synthetic lethal”</vt:lpstr>
      <vt:lpstr>Targeting MTAP</vt:lpstr>
      <vt:lpstr>Synthetic lethality in action…</vt:lpstr>
      <vt:lpstr>PowerPoint Presentation</vt:lpstr>
      <vt:lpstr>PowerPoint Presentation</vt:lpstr>
      <vt:lpstr>PRMT5 inhibitor BMS-986504 (MRTX1719) in pan-tumor phase 1</vt:lpstr>
      <vt:lpstr>PRMT5 inhibitor AMG193 in pan-tumor phase 1</vt:lpstr>
      <vt:lpstr>Summary: Targeting MTAP deletion </vt:lpstr>
      <vt:lpstr>Targeting SMARCA4 alterations</vt:lpstr>
      <vt:lpstr>PowerPoint Presentation</vt:lpstr>
      <vt:lpstr>Targeting SMARCA4 alterations</vt:lpstr>
      <vt:lpstr>Targeting SMARCA4 alterations</vt:lpstr>
      <vt:lpstr>PRT3789, SMARCA2 degrader</vt:lpstr>
      <vt:lpstr>PRT3789, SMARCA2 degrader, in SMARCA4 altered cancers</vt:lpstr>
      <vt:lpstr>Summary: Targeting SMARCA4 alterations</vt:lpstr>
      <vt:lpstr>Are TP53 mutations a target?</vt:lpstr>
      <vt:lpstr>Of all these mutations that can inactivate P53, one has a drug that aims to “reactivate” P53</vt:lpstr>
      <vt:lpstr>PC14586 in patients with advanced solid tumors harboring a TP53 Y220C mutation</vt:lpstr>
      <vt:lpstr>Targeting TP53</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TKIs: What to watch?</dc:title>
  <dc:creator>Riely, Gregory</dc:creator>
  <cp:lastModifiedBy>Riely, Gregory</cp:lastModifiedBy>
  <cp:revision>1</cp:revision>
  <dcterms:created xsi:type="dcterms:W3CDTF">2025-01-09T19:12:30Z</dcterms:created>
  <dcterms:modified xsi:type="dcterms:W3CDTF">2025-01-25T14:54:02Z</dcterms:modified>
</cp:coreProperties>
</file>